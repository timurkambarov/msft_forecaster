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61" r:id="rId2"/>
    <p:sldId id="270" r:id="rId3"/>
    <p:sldId id="273" r:id="rId4"/>
    <p:sldId id="281" r:id="rId5"/>
    <p:sldId id="274" r:id="rId6"/>
    <p:sldId id="276" r:id="rId7"/>
    <p:sldId id="259" r:id="rId8"/>
    <p:sldId id="260" r:id="rId9"/>
    <p:sldId id="263" r:id="rId10"/>
    <p:sldId id="282" r:id="rId11"/>
    <p:sldId id="262" r:id="rId12"/>
    <p:sldId id="264" r:id="rId13"/>
    <p:sldId id="265" r:id="rId14"/>
    <p:sldId id="269" r:id="rId15"/>
    <p:sldId id="271" r:id="rId16"/>
    <p:sldId id="279" r:id="rId1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3066B8-7A6B-454D-BB93-8D31D39752BD}" v="1" dt="2026-05-11T08:49:27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kker, Lucan den (251285)" userId="1d732119-8d80-4191-822c-0ac4f60f3b13" providerId="ADAL" clId="{C2F9B174-B582-4370-A158-424FA0A0E46D}"/>
    <pc:docChg chg="undo custSel addSld delSld modSld addMainMaster delMainMaster">
      <pc:chgData name="Dekker, Lucan den (251285)" userId="1d732119-8d80-4191-822c-0ac4f60f3b13" providerId="ADAL" clId="{C2F9B174-B582-4370-A158-424FA0A0E46D}" dt="2026-05-11T20:15:35.101" v="911" actId="20577"/>
      <pc:docMkLst>
        <pc:docMk/>
      </pc:docMkLst>
      <pc:sldChg chg="del">
        <pc:chgData name="Dekker, Lucan den (251285)" userId="1d732119-8d80-4191-822c-0ac4f60f3b13" providerId="ADAL" clId="{C2F9B174-B582-4370-A158-424FA0A0E46D}" dt="2026-05-11T09:07:14.090" v="1"/>
        <pc:sldMkLst>
          <pc:docMk/>
          <pc:sldMk cId="518228792" sldId="259"/>
        </pc:sldMkLst>
      </pc:sldChg>
      <pc:sldChg chg="add del">
        <pc:chgData name="Dekker, Lucan den (251285)" userId="1d732119-8d80-4191-822c-0ac4f60f3b13" providerId="ADAL" clId="{C2F9B174-B582-4370-A158-424FA0A0E46D}" dt="2026-05-11T09:07:21.660" v="3"/>
        <pc:sldMkLst>
          <pc:docMk/>
          <pc:sldMk cId="910307232" sldId="260"/>
        </pc:sldMkLst>
      </pc:sldChg>
      <pc:sldChg chg="addSp delSp modSp add mod">
        <pc:chgData name="Dekker, Lucan den (251285)" userId="1d732119-8d80-4191-822c-0ac4f60f3b13" providerId="ADAL" clId="{C2F9B174-B582-4370-A158-424FA0A0E46D}" dt="2026-05-11T09:33:33.611" v="726" actId="1076"/>
        <pc:sldMkLst>
          <pc:docMk/>
          <pc:sldMk cId="448307546" sldId="261"/>
        </pc:sldMkLst>
        <pc:spChg chg="mod">
          <ac:chgData name="Dekker, Lucan den (251285)" userId="1d732119-8d80-4191-822c-0ac4f60f3b13" providerId="ADAL" clId="{C2F9B174-B582-4370-A158-424FA0A0E46D}" dt="2026-05-11T09:07:21.778" v="5"/>
          <ac:spMkLst>
            <pc:docMk/>
            <pc:sldMk cId="448307546" sldId="261"/>
            <ac:spMk id="3" creationId="{E1A6A9D7-8AC6-43F5-BC94-822D54E74E5D}"/>
          </ac:spMkLst>
        </pc:spChg>
        <pc:spChg chg="mod">
          <ac:chgData name="Dekker, Lucan den (251285)" userId="1d732119-8d80-4191-822c-0ac4f60f3b13" providerId="ADAL" clId="{C2F9B174-B582-4370-A158-424FA0A0E46D}" dt="2026-05-11T09:07:21.779" v="7"/>
          <ac:spMkLst>
            <pc:docMk/>
            <pc:sldMk cId="448307546" sldId="261"/>
            <ac:spMk id="5" creationId="{08922BB5-994A-4A82-B221-3434983FB4EC}"/>
          </ac:spMkLst>
        </pc:spChg>
        <pc:spChg chg="mod">
          <ac:chgData name="Dekker, Lucan den (251285)" userId="1d732119-8d80-4191-822c-0ac4f60f3b13" providerId="ADAL" clId="{C2F9B174-B582-4370-A158-424FA0A0E46D}" dt="2026-05-11T09:07:21.780" v="9"/>
          <ac:spMkLst>
            <pc:docMk/>
            <pc:sldMk cId="448307546" sldId="261"/>
            <ac:spMk id="22" creationId="{FDA2D22C-9C8F-4DFD-BB83-E3B74DF6F575}"/>
          </ac:spMkLst>
        </pc:spChg>
        <pc:picChg chg="add mod modCrop">
          <ac:chgData name="Dekker, Lucan den (251285)" userId="1d732119-8d80-4191-822c-0ac4f60f3b13" providerId="ADAL" clId="{C2F9B174-B582-4370-A158-424FA0A0E46D}" dt="2026-05-11T09:33:33.611" v="726" actId="1076"/>
          <ac:picMkLst>
            <pc:docMk/>
            <pc:sldMk cId="448307546" sldId="261"/>
            <ac:picMk id="7" creationId="{1E11B272-FC52-5D44-B734-82CFD2BDF84D}"/>
          </ac:picMkLst>
        </pc:picChg>
        <pc:picChg chg="del">
          <ac:chgData name="Dekker, Lucan den (251285)" userId="1d732119-8d80-4191-822c-0ac4f60f3b13" providerId="ADAL" clId="{C2F9B174-B582-4370-A158-424FA0A0E46D}" dt="2026-05-11T09:18:47.044" v="10" actId="478"/>
          <ac:picMkLst>
            <pc:docMk/>
            <pc:sldMk cId="448307546" sldId="261"/>
            <ac:picMk id="24" creationId="{299E5DD3-B069-BEF3-15DC-F8BB277B3919}"/>
          </ac:picMkLst>
        </pc:picChg>
      </pc:sldChg>
      <pc:sldChg chg="addSp modSp new del mod">
        <pc:chgData name="Dekker, Lucan den (251285)" userId="1d732119-8d80-4191-822c-0ac4f60f3b13" providerId="ADAL" clId="{C2F9B174-B582-4370-A158-424FA0A0E46D}" dt="2026-05-11T09:20:28.082" v="56"/>
        <pc:sldMkLst>
          <pc:docMk/>
          <pc:sldMk cId="4114153849" sldId="262"/>
        </pc:sldMkLst>
        <pc:spChg chg="add mod">
          <ac:chgData name="Dekker, Lucan den (251285)" userId="1d732119-8d80-4191-822c-0ac4f60f3b13" providerId="ADAL" clId="{C2F9B174-B582-4370-A158-424FA0A0E46D}" dt="2026-05-11T09:20:09.865" v="31"/>
          <ac:spMkLst>
            <pc:docMk/>
            <pc:sldMk cId="4114153849" sldId="262"/>
            <ac:spMk id="2" creationId="{F6F86FF8-1CC3-42EA-96D7-435DB89E3274}"/>
          </ac:spMkLst>
        </pc:spChg>
        <pc:spChg chg="add mod">
          <ac:chgData name="Dekker, Lucan den (251285)" userId="1d732119-8d80-4191-822c-0ac4f60f3b13" providerId="ADAL" clId="{C2F9B174-B582-4370-A158-424FA0A0E46D}" dt="2026-05-11T09:20:09.872" v="37"/>
          <ac:spMkLst>
            <pc:docMk/>
            <pc:sldMk cId="4114153849" sldId="262"/>
            <ac:spMk id="3" creationId="{74C32973-80A3-4C13-8E5D-23CA74C42EFB}"/>
          </ac:spMkLst>
        </pc:spChg>
        <pc:spChg chg="add mod">
          <ac:chgData name="Dekker, Lucan den (251285)" userId="1d732119-8d80-4191-822c-0ac4f60f3b13" providerId="ADAL" clId="{C2F9B174-B582-4370-A158-424FA0A0E46D}" dt="2026-05-11T09:20:09.876" v="43"/>
          <ac:spMkLst>
            <pc:docMk/>
            <pc:sldMk cId="4114153849" sldId="262"/>
            <ac:spMk id="4" creationId="{12C954B9-FFFA-475D-BDC1-4D938FC64116}"/>
          </ac:spMkLst>
        </pc:spChg>
        <pc:spChg chg="add mod">
          <ac:chgData name="Dekker, Lucan den (251285)" userId="1d732119-8d80-4191-822c-0ac4f60f3b13" providerId="ADAL" clId="{C2F9B174-B582-4370-A158-424FA0A0E46D}" dt="2026-05-11T09:20:09.879" v="49"/>
          <ac:spMkLst>
            <pc:docMk/>
            <pc:sldMk cId="4114153849" sldId="262"/>
            <ac:spMk id="5" creationId="{3FEA888D-3F23-4B1C-B44E-B26DAA78178C}"/>
          </ac:spMkLst>
        </pc:spChg>
        <pc:spChg chg="add mod">
          <ac:chgData name="Dekker, Lucan den (251285)" userId="1d732119-8d80-4191-822c-0ac4f60f3b13" providerId="ADAL" clId="{C2F9B174-B582-4370-A158-424FA0A0E46D}" dt="2026-05-11T09:20:09.880" v="52"/>
          <ac:spMkLst>
            <pc:docMk/>
            <pc:sldMk cId="4114153849" sldId="262"/>
            <ac:spMk id="6" creationId="{455DD6F4-FEEF-48EA-8272-6D182FF8428D}"/>
          </ac:spMkLst>
        </pc:spChg>
        <pc:spChg chg="add mod">
          <ac:chgData name="Dekker, Lucan den (251285)" userId="1d732119-8d80-4191-822c-0ac4f60f3b13" providerId="ADAL" clId="{C2F9B174-B582-4370-A158-424FA0A0E46D}" dt="2026-05-11T09:20:09.881" v="54"/>
          <ac:spMkLst>
            <pc:docMk/>
            <pc:sldMk cId="4114153849" sldId="262"/>
            <ac:spMk id="7" creationId="{A5EC8086-C7E1-42AB-AC16-E33AB14C34E7}"/>
          </ac:spMkLst>
        </pc:spChg>
      </pc:sldChg>
      <pc:sldChg chg="modSp add del mod">
        <pc:chgData name="Dekker, Lucan den (251285)" userId="1d732119-8d80-4191-822c-0ac4f60f3b13" providerId="ADAL" clId="{C2F9B174-B582-4370-A158-424FA0A0E46D}" dt="2026-05-11T09:32:06.724" v="717"/>
        <pc:sldMkLst>
          <pc:docMk/>
          <pc:sldMk cId="1439244270" sldId="263"/>
        </pc:sldMkLst>
        <pc:spChg chg="mod">
          <ac:chgData name="Dekker, Lucan den (251285)" userId="1d732119-8d80-4191-822c-0ac4f60f3b13" providerId="ADAL" clId="{C2F9B174-B582-4370-A158-424FA0A0E46D}" dt="2026-05-11T09:20:28.110" v="58"/>
          <ac:spMkLst>
            <pc:docMk/>
            <pc:sldMk cId="1439244270" sldId="263"/>
            <ac:spMk id="7" creationId="{A5EC8086-C7E1-42AB-AC16-E33AB14C34E7}"/>
          </ac:spMkLst>
        </pc:spChg>
      </pc:sldChg>
      <pc:sldChg chg="addSp modSp new del mod">
        <pc:chgData name="Dekker, Lucan den (251285)" userId="1d732119-8d80-4191-822c-0ac4f60f3b13" providerId="ADAL" clId="{C2F9B174-B582-4370-A158-424FA0A0E46D}" dt="2026-05-11T09:20:57.357" v="87"/>
        <pc:sldMkLst>
          <pc:docMk/>
          <pc:sldMk cId="96063262" sldId="264"/>
        </pc:sldMkLst>
        <pc:spChg chg="add mod">
          <ac:chgData name="Dekker, Lucan den (251285)" userId="1d732119-8d80-4191-822c-0ac4f60f3b13" providerId="ADAL" clId="{C2F9B174-B582-4370-A158-424FA0A0E46D}" dt="2026-05-11T09:20:45.734" v="62"/>
          <ac:spMkLst>
            <pc:docMk/>
            <pc:sldMk cId="96063262" sldId="264"/>
            <ac:spMk id="2" creationId="{8FFDA1B5-A1AB-4B0C-B893-9F3A9D90CF24}"/>
          </ac:spMkLst>
        </pc:spChg>
        <pc:spChg chg="add mod">
          <ac:chgData name="Dekker, Lucan den (251285)" userId="1d732119-8d80-4191-822c-0ac4f60f3b13" providerId="ADAL" clId="{C2F9B174-B582-4370-A158-424FA0A0E46D}" dt="2026-05-11T09:20:45.747" v="68"/>
          <ac:spMkLst>
            <pc:docMk/>
            <pc:sldMk cId="96063262" sldId="264"/>
            <ac:spMk id="3" creationId="{B84FC3D9-1FAC-4BB1-A694-069E3044E92F}"/>
          </ac:spMkLst>
        </pc:spChg>
        <pc:spChg chg="add mod">
          <ac:chgData name="Dekker, Lucan den (251285)" userId="1d732119-8d80-4191-822c-0ac4f60f3b13" providerId="ADAL" clId="{C2F9B174-B582-4370-A158-424FA0A0E46D}" dt="2026-05-11T09:20:45.753" v="74"/>
          <ac:spMkLst>
            <pc:docMk/>
            <pc:sldMk cId="96063262" sldId="264"/>
            <ac:spMk id="4" creationId="{B448949E-94DB-49FF-8B3C-143A8FDC442B}"/>
          </ac:spMkLst>
        </pc:spChg>
        <pc:spChg chg="add mod">
          <ac:chgData name="Dekker, Lucan den (251285)" userId="1d732119-8d80-4191-822c-0ac4f60f3b13" providerId="ADAL" clId="{C2F9B174-B582-4370-A158-424FA0A0E46D}" dt="2026-05-11T09:20:45.759" v="80"/>
          <ac:spMkLst>
            <pc:docMk/>
            <pc:sldMk cId="96063262" sldId="264"/>
            <ac:spMk id="5" creationId="{9074C117-0AD3-42FA-BB97-3C9C318C6224}"/>
          </ac:spMkLst>
        </pc:spChg>
        <pc:spChg chg="add mod">
          <ac:chgData name="Dekker, Lucan den (251285)" userId="1d732119-8d80-4191-822c-0ac4f60f3b13" providerId="ADAL" clId="{C2F9B174-B582-4370-A158-424FA0A0E46D}" dt="2026-05-11T09:20:45.761" v="83"/>
          <ac:spMkLst>
            <pc:docMk/>
            <pc:sldMk cId="96063262" sldId="264"/>
            <ac:spMk id="6" creationId="{2758A4C2-F0D1-471A-AC12-3F6BFDA20D48}"/>
          </ac:spMkLst>
        </pc:spChg>
        <pc:spChg chg="add mod">
          <ac:chgData name="Dekker, Lucan den (251285)" userId="1d732119-8d80-4191-822c-0ac4f60f3b13" providerId="ADAL" clId="{C2F9B174-B582-4370-A158-424FA0A0E46D}" dt="2026-05-11T09:20:45.762" v="85"/>
          <ac:spMkLst>
            <pc:docMk/>
            <pc:sldMk cId="96063262" sldId="264"/>
            <ac:spMk id="7" creationId="{315A12B0-2819-4683-BE55-87E5DF20D27D}"/>
          </ac:spMkLst>
        </pc:spChg>
      </pc:sldChg>
      <pc:sldChg chg="addSp delSp modSp add del mod">
        <pc:chgData name="Dekker, Lucan den (251285)" userId="1d732119-8d80-4191-822c-0ac4f60f3b13" providerId="ADAL" clId="{C2F9B174-B582-4370-A158-424FA0A0E46D}" dt="2026-05-11T09:55:54.207" v="910" actId="1037"/>
        <pc:sldMkLst>
          <pc:docMk/>
          <pc:sldMk cId="2471438409" sldId="265"/>
        </pc:sldMkLst>
        <pc:spChg chg="ord">
          <ac:chgData name="Dekker, Lucan den (251285)" userId="1d732119-8d80-4191-822c-0ac4f60f3b13" providerId="ADAL" clId="{C2F9B174-B582-4370-A158-424FA0A0E46D}" dt="2026-05-11T09:55:06.037" v="876" actId="166"/>
          <ac:spMkLst>
            <pc:docMk/>
            <pc:sldMk cId="2471438409" sldId="265"/>
            <ac:spMk id="3" creationId="{B84FC3D9-1FAC-4BB1-A694-069E3044E92F}"/>
          </ac:spMkLst>
        </pc:spChg>
        <pc:spChg chg="mod">
          <ac:chgData name="Dekker, Lucan den (251285)" userId="1d732119-8d80-4191-822c-0ac4f60f3b13" providerId="ADAL" clId="{C2F9B174-B582-4370-A158-424FA0A0E46D}" dt="2026-05-11T09:55:52.160" v="907" actId="1038"/>
          <ac:spMkLst>
            <pc:docMk/>
            <pc:sldMk cId="2471438409" sldId="265"/>
            <ac:spMk id="5" creationId="{9074C117-0AD3-42FA-BB97-3C9C318C6224}"/>
          </ac:spMkLst>
        </pc:spChg>
        <pc:spChg chg="mod">
          <ac:chgData name="Dekker, Lucan den (251285)" userId="1d732119-8d80-4191-822c-0ac4f60f3b13" providerId="ADAL" clId="{C2F9B174-B582-4370-A158-424FA0A0E46D}" dt="2026-05-11T09:55:54.207" v="910" actId="1037"/>
          <ac:spMkLst>
            <pc:docMk/>
            <pc:sldMk cId="2471438409" sldId="265"/>
            <ac:spMk id="6" creationId="{2758A4C2-F0D1-471A-AC12-3F6BFDA20D48}"/>
          </ac:spMkLst>
        </pc:spChg>
        <pc:spChg chg="mod">
          <ac:chgData name="Dekker, Lucan den (251285)" userId="1d732119-8d80-4191-822c-0ac4f60f3b13" providerId="ADAL" clId="{C2F9B174-B582-4370-A158-424FA0A0E46D}" dt="2026-05-11T09:54:14.562" v="869" actId="14100"/>
          <ac:spMkLst>
            <pc:docMk/>
            <pc:sldMk cId="2471438409" sldId="265"/>
            <ac:spMk id="7" creationId="{315A12B0-2819-4683-BE55-87E5DF20D27D}"/>
          </ac:spMkLst>
        </pc:spChg>
        <pc:picChg chg="add del mod modCrop">
          <ac:chgData name="Dekker, Lucan den (251285)" userId="1d732119-8d80-4191-822c-0ac4f60f3b13" providerId="ADAL" clId="{C2F9B174-B582-4370-A158-424FA0A0E46D}" dt="2026-05-11T09:54:10.876" v="868" actId="478"/>
          <ac:picMkLst>
            <pc:docMk/>
            <pc:sldMk cId="2471438409" sldId="265"/>
            <ac:picMk id="9" creationId="{19C1E386-83BE-EF77-AA33-340033A45A5E}"/>
          </ac:picMkLst>
        </pc:picChg>
        <pc:picChg chg="add mod modCrop">
          <ac:chgData name="Dekker, Lucan den (251285)" userId="1d732119-8d80-4191-822c-0ac4f60f3b13" providerId="ADAL" clId="{C2F9B174-B582-4370-A158-424FA0A0E46D}" dt="2026-05-11T09:55:08.471" v="877" actId="14100"/>
          <ac:picMkLst>
            <pc:docMk/>
            <pc:sldMk cId="2471438409" sldId="265"/>
            <ac:picMk id="11" creationId="{12BBCBB2-72D5-CAAA-B35E-2BA51831DB9B}"/>
          </ac:picMkLst>
        </pc:picChg>
      </pc:sldChg>
      <pc:sldChg chg="addSp modSp new del mod">
        <pc:chgData name="Dekker, Lucan den (251285)" userId="1d732119-8d80-4191-822c-0ac4f60f3b13" providerId="ADAL" clId="{C2F9B174-B582-4370-A158-424FA0A0E46D}" dt="2026-05-11T09:21:27.255" v="120"/>
        <pc:sldMkLst>
          <pc:docMk/>
          <pc:sldMk cId="724492225" sldId="266"/>
        </pc:sldMkLst>
        <pc:spChg chg="add mod">
          <ac:chgData name="Dekker, Lucan den (251285)" userId="1d732119-8d80-4191-822c-0ac4f60f3b13" providerId="ADAL" clId="{C2F9B174-B582-4370-A158-424FA0A0E46D}" dt="2026-05-11T09:21:12.687" v="93"/>
          <ac:spMkLst>
            <pc:docMk/>
            <pc:sldMk cId="724492225" sldId="266"/>
            <ac:spMk id="2" creationId="{192E93CD-7363-4C3F-AAE4-BBBCD41F8A9A}"/>
          </ac:spMkLst>
        </pc:spChg>
        <pc:spChg chg="add mod">
          <ac:chgData name="Dekker, Lucan den (251285)" userId="1d732119-8d80-4191-822c-0ac4f60f3b13" providerId="ADAL" clId="{C2F9B174-B582-4370-A158-424FA0A0E46D}" dt="2026-05-11T09:21:12.693" v="99"/>
          <ac:spMkLst>
            <pc:docMk/>
            <pc:sldMk cId="724492225" sldId="266"/>
            <ac:spMk id="3" creationId="{4FD30083-4A24-44ED-9E2C-38F1B1B77837}"/>
          </ac:spMkLst>
        </pc:spChg>
        <pc:spChg chg="add mod">
          <ac:chgData name="Dekker, Lucan den (251285)" userId="1d732119-8d80-4191-822c-0ac4f60f3b13" providerId="ADAL" clId="{C2F9B174-B582-4370-A158-424FA0A0E46D}" dt="2026-05-11T09:21:12.697" v="105"/>
          <ac:spMkLst>
            <pc:docMk/>
            <pc:sldMk cId="724492225" sldId="266"/>
            <ac:spMk id="4" creationId="{BC55C7A3-9646-4A35-8C7C-E0AAFDE3C7A7}"/>
          </ac:spMkLst>
        </pc:spChg>
        <pc:spChg chg="add mod">
          <ac:chgData name="Dekker, Lucan den (251285)" userId="1d732119-8d80-4191-822c-0ac4f60f3b13" providerId="ADAL" clId="{C2F9B174-B582-4370-A158-424FA0A0E46D}" dt="2026-05-11T09:21:12.699" v="111"/>
          <ac:spMkLst>
            <pc:docMk/>
            <pc:sldMk cId="724492225" sldId="266"/>
            <ac:spMk id="5" creationId="{B41CF775-3491-4C5D-B584-3E31E749DDB6}"/>
          </ac:spMkLst>
        </pc:spChg>
        <pc:spChg chg="add mod">
          <ac:chgData name="Dekker, Lucan den (251285)" userId="1d732119-8d80-4191-822c-0ac4f60f3b13" providerId="ADAL" clId="{C2F9B174-B582-4370-A158-424FA0A0E46D}" dt="2026-05-11T09:21:12.701" v="114"/>
          <ac:spMkLst>
            <pc:docMk/>
            <pc:sldMk cId="724492225" sldId="266"/>
            <ac:spMk id="6" creationId="{990A8FA7-C71E-44AC-A078-436E03B37E8D}"/>
          </ac:spMkLst>
        </pc:spChg>
        <pc:spChg chg="add mod">
          <ac:chgData name="Dekker, Lucan den (251285)" userId="1d732119-8d80-4191-822c-0ac4f60f3b13" providerId="ADAL" clId="{C2F9B174-B582-4370-A158-424FA0A0E46D}" dt="2026-05-11T09:21:12.702" v="116"/>
          <ac:spMkLst>
            <pc:docMk/>
            <pc:sldMk cId="724492225" sldId="266"/>
            <ac:spMk id="7" creationId="{134E2B13-827A-4BC9-8300-97C4B820913A}"/>
          </ac:spMkLst>
        </pc:spChg>
        <pc:spChg chg="add mod">
          <ac:chgData name="Dekker, Lucan den (251285)" userId="1d732119-8d80-4191-822c-0ac4f60f3b13" providerId="ADAL" clId="{C2F9B174-B582-4370-A158-424FA0A0E46D}" dt="2026-05-11T09:21:12.703" v="118"/>
          <ac:spMkLst>
            <pc:docMk/>
            <pc:sldMk cId="724492225" sldId="266"/>
            <ac:spMk id="8" creationId="{519CBA1A-F3F1-4911-A7F0-2DDD63F132E8}"/>
          </ac:spMkLst>
        </pc:spChg>
      </pc:sldChg>
      <pc:sldChg chg="modSp add del mod">
        <pc:chgData name="Dekker, Lucan den (251285)" userId="1d732119-8d80-4191-822c-0ac4f60f3b13" providerId="ADAL" clId="{C2F9B174-B582-4370-A158-424FA0A0E46D}" dt="2026-05-11T09:30:53.482" v="707" actId="47"/>
        <pc:sldMkLst>
          <pc:docMk/>
          <pc:sldMk cId="1926422932" sldId="267"/>
        </pc:sldMkLst>
        <pc:spChg chg="mod">
          <ac:chgData name="Dekker, Lucan den (251285)" userId="1d732119-8d80-4191-822c-0ac4f60f3b13" providerId="ADAL" clId="{C2F9B174-B582-4370-A158-424FA0A0E46D}" dt="2026-05-11T09:21:27.275" v="122"/>
          <ac:spMkLst>
            <pc:docMk/>
            <pc:sldMk cId="1926422932" sldId="267"/>
            <ac:spMk id="7" creationId="{134E2B13-827A-4BC9-8300-97C4B820913A}"/>
          </ac:spMkLst>
        </pc:spChg>
        <pc:spChg chg="mod">
          <ac:chgData name="Dekker, Lucan den (251285)" userId="1d732119-8d80-4191-822c-0ac4f60f3b13" providerId="ADAL" clId="{C2F9B174-B582-4370-A158-424FA0A0E46D}" dt="2026-05-11T09:21:27.277" v="124"/>
          <ac:spMkLst>
            <pc:docMk/>
            <pc:sldMk cId="1926422932" sldId="267"/>
            <ac:spMk id="8" creationId="{519CBA1A-F3F1-4911-A7F0-2DDD63F132E8}"/>
          </ac:spMkLst>
        </pc:spChg>
      </pc:sldChg>
      <pc:sldChg chg="addSp modSp new del mod">
        <pc:chgData name="Dekker, Lucan den (251285)" userId="1d732119-8d80-4191-822c-0ac4f60f3b13" providerId="ADAL" clId="{C2F9B174-B582-4370-A158-424FA0A0E46D}" dt="2026-05-11T09:30:52.357" v="706" actId="47"/>
        <pc:sldMkLst>
          <pc:docMk/>
          <pc:sldMk cId="779340092" sldId="268"/>
        </pc:sldMkLst>
        <pc:spChg chg="add mod">
          <ac:chgData name="Dekker, Lucan den (251285)" userId="1d732119-8d80-4191-822c-0ac4f60f3b13" providerId="ADAL" clId="{C2F9B174-B582-4370-A158-424FA0A0E46D}" dt="2026-05-11T09:22:20.773" v="128"/>
          <ac:spMkLst>
            <pc:docMk/>
            <pc:sldMk cId="779340092" sldId="268"/>
            <ac:spMk id="2" creationId="{AB02D394-7246-40D5-A51F-929EF6650B02}"/>
          </ac:spMkLst>
        </pc:spChg>
        <pc:spChg chg="add mod">
          <ac:chgData name="Dekker, Lucan den (251285)" userId="1d732119-8d80-4191-822c-0ac4f60f3b13" providerId="ADAL" clId="{C2F9B174-B582-4370-A158-424FA0A0E46D}" dt="2026-05-11T09:22:20.777" v="134"/>
          <ac:spMkLst>
            <pc:docMk/>
            <pc:sldMk cId="779340092" sldId="268"/>
            <ac:spMk id="3" creationId="{A4A17CB1-D585-44DE-9A99-0A7F15C1F628}"/>
          </ac:spMkLst>
        </pc:spChg>
        <pc:spChg chg="add mod">
          <ac:chgData name="Dekker, Lucan den (251285)" userId="1d732119-8d80-4191-822c-0ac4f60f3b13" providerId="ADAL" clId="{C2F9B174-B582-4370-A158-424FA0A0E46D}" dt="2026-05-11T09:22:20.780" v="140"/>
          <ac:spMkLst>
            <pc:docMk/>
            <pc:sldMk cId="779340092" sldId="268"/>
            <ac:spMk id="4" creationId="{18019821-1D9F-49D3-A271-6AE9E68A4224}"/>
          </ac:spMkLst>
        </pc:spChg>
        <pc:spChg chg="add mod">
          <ac:chgData name="Dekker, Lucan den (251285)" userId="1d732119-8d80-4191-822c-0ac4f60f3b13" providerId="ADAL" clId="{C2F9B174-B582-4370-A158-424FA0A0E46D}" dt="2026-05-11T09:22:20.783" v="146"/>
          <ac:spMkLst>
            <pc:docMk/>
            <pc:sldMk cId="779340092" sldId="268"/>
            <ac:spMk id="5" creationId="{E74EB43D-4FAD-4BB4-837C-517577B54C0E}"/>
          </ac:spMkLst>
        </pc:spChg>
        <pc:spChg chg="add mod">
          <ac:chgData name="Dekker, Lucan den (251285)" userId="1d732119-8d80-4191-822c-0ac4f60f3b13" providerId="ADAL" clId="{C2F9B174-B582-4370-A158-424FA0A0E46D}" dt="2026-05-11T09:22:20.785" v="149"/>
          <ac:spMkLst>
            <pc:docMk/>
            <pc:sldMk cId="779340092" sldId="268"/>
            <ac:spMk id="6" creationId="{01E21CB4-40F7-4646-BA47-F8C3DDF9C746}"/>
          </ac:spMkLst>
        </pc:spChg>
        <pc:spChg chg="add mod">
          <ac:chgData name="Dekker, Lucan den (251285)" userId="1d732119-8d80-4191-822c-0ac4f60f3b13" providerId="ADAL" clId="{C2F9B174-B582-4370-A158-424FA0A0E46D}" dt="2026-05-11T09:22:20.788" v="153"/>
          <ac:spMkLst>
            <pc:docMk/>
            <pc:sldMk cId="779340092" sldId="268"/>
            <ac:spMk id="7" creationId="{0B7345D9-9D14-497F-8D2D-BCCF28D64FFC}"/>
          </ac:spMkLst>
        </pc:spChg>
        <pc:spChg chg="add mod">
          <ac:chgData name="Dekker, Lucan den (251285)" userId="1d732119-8d80-4191-822c-0ac4f60f3b13" providerId="ADAL" clId="{C2F9B174-B582-4370-A158-424FA0A0E46D}" dt="2026-05-11T09:22:20.790" v="156"/>
          <ac:spMkLst>
            <pc:docMk/>
            <pc:sldMk cId="779340092" sldId="268"/>
            <ac:spMk id="8" creationId="{2CEE3518-8CB9-44C2-B2F9-95480745CDE1}"/>
          </ac:spMkLst>
        </pc:spChg>
        <pc:spChg chg="add mod">
          <ac:chgData name="Dekker, Lucan den (251285)" userId="1d732119-8d80-4191-822c-0ac4f60f3b13" providerId="ADAL" clId="{C2F9B174-B582-4370-A158-424FA0A0E46D}" dt="2026-05-11T09:22:20.794" v="162"/>
          <ac:spMkLst>
            <pc:docMk/>
            <pc:sldMk cId="779340092" sldId="268"/>
            <ac:spMk id="9" creationId="{61C82EAB-E84C-4943-86D9-0302432BB03C}"/>
          </ac:spMkLst>
        </pc:spChg>
        <pc:spChg chg="add mod">
          <ac:chgData name="Dekker, Lucan den (251285)" userId="1d732119-8d80-4191-822c-0ac4f60f3b13" providerId="ADAL" clId="{C2F9B174-B582-4370-A158-424FA0A0E46D}" dt="2026-05-11T09:22:20.798" v="168"/>
          <ac:spMkLst>
            <pc:docMk/>
            <pc:sldMk cId="779340092" sldId="268"/>
            <ac:spMk id="10" creationId="{164DA04D-4E02-4676-A619-2F617D20C3F7}"/>
          </ac:spMkLst>
        </pc:spChg>
        <pc:spChg chg="add mod">
          <ac:chgData name="Dekker, Lucan den (251285)" userId="1d732119-8d80-4191-822c-0ac4f60f3b13" providerId="ADAL" clId="{C2F9B174-B582-4370-A158-424FA0A0E46D}" dt="2026-05-11T09:22:20.801" v="173"/>
          <ac:spMkLst>
            <pc:docMk/>
            <pc:sldMk cId="779340092" sldId="268"/>
            <ac:spMk id="11" creationId="{EBAC7083-DDCE-4414-A852-B86438E965ED}"/>
          </ac:spMkLst>
        </pc:spChg>
        <pc:spChg chg="add mod">
          <ac:chgData name="Dekker, Lucan den (251285)" userId="1d732119-8d80-4191-822c-0ac4f60f3b13" providerId="ADAL" clId="{C2F9B174-B582-4370-A158-424FA0A0E46D}" dt="2026-05-11T09:22:20.803" v="177"/>
          <ac:spMkLst>
            <pc:docMk/>
            <pc:sldMk cId="779340092" sldId="268"/>
            <ac:spMk id="12" creationId="{AAF3B34F-2476-4F3F-AABC-C0F881223CCE}"/>
          </ac:spMkLst>
        </pc:spChg>
        <pc:spChg chg="add mod">
          <ac:chgData name="Dekker, Lucan den (251285)" userId="1d732119-8d80-4191-822c-0ac4f60f3b13" providerId="ADAL" clId="{C2F9B174-B582-4370-A158-424FA0A0E46D}" dt="2026-05-11T09:22:20.804" v="180"/>
          <ac:spMkLst>
            <pc:docMk/>
            <pc:sldMk cId="779340092" sldId="268"/>
            <ac:spMk id="13" creationId="{20872487-E5E6-4FFA-AB67-FE506EEF9062}"/>
          </ac:spMkLst>
        </pc:spChg>
        <pc:spChg chg="add mod">
          <ac:chgData name="Dekker, Lucan den (251285)" userId="1d732119-8d80-4191-822c-0ac4f60f3b13" providerId="ADAL" clId="{C2F9B174-B582-4370-A158-424FA0A0E46D}" dt="2026-05-11T09:22:20.807" v="186"/>
          <ac:spMkLst>
            <pc:docMk/>
            <pc:sldMk cId="779340092" sldId="268"/>
            <ac:spMk id="14" creationId="{40C99A36-C61A-4F12-8952-2176558997E1}"/>
          </ac:spMkLst>
        </pc:spChg>
        <pc:spChg chg="add mod">
          <ac:chgData name="Dekker, Lucan den (251285)" userId="1d732119-8d80-4191-822c-0ac4f60f3b13" providerId="ADAL" clId="{C2F9B174-B582-4370-A158-424FA0A0E46D}" dt="2026-05-11T09:22:20.811" v="192"/>
          <ac:spMkLst>
            <pc:docMk/>
            <pc:sldMk cId="779340092" sldId="268"/>
            <ac:spMk id="15" creationId="{7F682246-7657-4800-9D04-6115F20BA52E}"/>
          </ac:spMkLst>
        </pc:spChg>
        <pc:spChg chg="add mod">
          <ac:chgData name="Dekker, Lucan den (251285)" userId="1d732119-8d80-4191-822c-0ac4f60f3b13" providerId="ADAL" clId="{C2F9B174-B582-4370-A158-424FA0A0E46D}" dt="2026-05-11T09:22:20.815" v="197"/>
          <ac:spMkLst>
            <pc:docMk/>
            <pc:sldMk cId="779340092" sldId="268"/>
            <ac:spMk id="16" creationId="{5580A178-5580-45EB-A664-9F83A4DA0B2E}"/>
          </ac:spMkLst>
        </pc:spChg>
        <pc:spChg chg="add mod">
          <ac:chgData name="Dekker, Lucan den (251285)" userId="1d732119-8d80-4191-822c-0ac4f60f3b13" providerId="ADAL" clId="{C2F9B174-B582-4370-A158-424FA0A0E46D}" dt="2026-05-11T09:22:20.817" v="201"/>
          <ac:spMkLst>
            <pc:docMk/>
            <pc:sldMk cId="779340092" sldId="268"/>
            <ac:spMk id="17" creationId="{7E7AE72A-BD25-4AA4-8EF4-B69649F3EF27}"/>
          </ac:spMkLst>
        </pc:spChg>
        <pc:spChg chg="add mod">
          <ac:chgData name="Dekker, Lucan den (251285)" userId="1d732119-8d80-4191-822c-0ac4f60f3b13" providerId="ADAL" clId="{C2F9B174-B582-4370-A158-424FA0A0E46D}" dt="2026-05-11T09:22:20.819" v="204"/>
          <ac:spMkLst>
            <pc:docMk/>
            <pc:sldMk cId="779340092" sldId="268"/>
            <ac:spMk id="18" creationId="{1EB870B9-4BFA-489F-B0E3-89F6E4195546}"/>
          </ac:spMkLst>
        </pc:spChg>
        <pc:spChg chg="add mod">
          <ac:chgData name="Dekker, Lucan den (251285)" userId="1d732119-8d80-4191-822c-0ac4f60f3b13" providerId="ADAL" clId="{C2F9B174-B582-4370-A158-424FA0A0E46D}" dt="2026-05-11T09:22:20.822" v="210"/>
          <ac:spMkLst>
            <pc:docMk/>
            <pc:sldMk cId="779340092" sldId="268"/>
            <ac:spMk id="19" creationId="{6B4B3E03-B912-4661-89EC-47121ED08D1E}"/>
          </ac:spMkLst>
        </pc:spChg>
        <pc:spChg chg="add mod">
          <ac:chgData name="Dekker, Lucan den (251285)" userId="1d732119-8d80-4191-822c-0ac4f60f3b13" providerId="ADAL" clId="{C2F9B174-B582-4370-A158-424FA0A0E46D}" dt="2026-05-11T09:22:20.825" v="216"/>
          <ac:spMkLst>
            <pc:docMk/>
            <pc:sldMk cId="779340092" sldId="268"/>
            <ac:spMk id="20" creationId="{F3D23390-00E0-4982-8728-5F65370033B9}"/>
          </ac:spMkLst>
        </pc:spChg>
        <pc:spChg chg="add mod">
          <ac:chgData name="Dekker, Lucan den (251285)" userId="1d732119-8d80-4191-822c-0ac4f60f3b13" providerId="ADAL" clId="{C2F9B174-B582-4370-A158-424FA0A0E46D}" dt="2026-05-11T09:22:20.829" v="221"/>
          <ac:spMkLst>
            <pc:docMk/>
            <pc:sldMk cId="779340092" sldId="268"/>
            <ac:spMk id="21" creationId="{2C27732D-52B9-491A-A046-A3DA21D01B9A}"/>
          </ac:spMkLst>
        </pc:spChg>
        <pc:spChg chg="add mod">
          <ac:chgData name="Dekker, Lucan den (251285)" userId="1d732119-8d80-4191-822c-0ac4f60f3b13" providerId="ADAL" clId="{C2F9B174-B582-4370-A158-424FA0A0E46D}" dt="2026-05-11T09:22:20.831" v="225"/>
          <ac:spMkLst>
            <pc:docMk/>
            <pc:sldMk cId="779340092" sldId="268"/>
            <ac:spMk id="22" creationId="{1FBEFD6E-747D-489C-BEEE-3908611AB83D}"/>
          </ac:spMkLst>
        </pc:spChg>
        <pc:spChg chg="add mod">
          <ac:chgData name="Dekker, Lucan den (251285)" userId="1d732119-8d80-4191-822c-0ac4f60f3b13" providerId="ADAL" clId="{C2F9B174-B582-4370-A158-424FA0A0E46D}" dt="2026-05-11T09:22:20.832" v="228"/>
          <ac:spMkLst>
            <pc:docMk/>
            <pc:sldMk cId="779340092" sldId="268"/>
            <ac:spMk id="23" creationId="{2438D8D2-D3BC-4CBD-863A-2F5BEE4BA0E5}"/>
          </ac:spMkLst>
        </pc:spChg>
        <pc:spChg chg="add mod">
          <ac:chgData name="Dekker, Lucan den (251285)" userId="1d732119-8d80-4191-822c-0ac4f60f3b13" providerId="ADAL" clId="{C2F9B174-B582-4370-A158-424FA0A0E46D}" dt="2026-05-11T09:22:20.835" v="234"/>
          <ac:spMkLst>
            <pc:docMk/>
            <pc:sldMk cId="779340092" sldId="268"/>
            <ac:spMk id="24" creationId="{A11A9D3A-4E79-4461-848A-7704349722C9}"/>
          </ac:spMkLst>
        </pc:spChg>
        <pc:spChg chg="add mod">
          <ac:chgData name="Dekker, Lucan den (251285)" userId="1d732119-8d80-4191-822c-0ac4f60f3b13" providerId="ADAL" clId="{C2F9B174-B582-4370-A158-424FA0A0E46D}" dt="2026-05-11T09:22:20.839" v="240"/>
          <ac:spMkLst>
            <pc:docMk/>
            <pc:sldMk cId="779340092" sldId="268"/>
            <ac:spMk id="25" creationId="{1DF12A48-2837-4FA3-8EAD-9F6E6E58EC2C}"/>
          </ac:spMkLst>
        </pc:spChg>
        <pc:spChg chg="add mod">
          <ac:chgData name="Dekker, Lucan den (251285)" userId="1d732119-8d80-4191-822c-0ac4f60f3b13" providerId="ADAL" clId="{C2F9B174-B582-4370-A158-424FA0A0E46D}" dt="2026-05-11T09:22:20.842" v="245"/>
          <ac:spMkLst>
            <pc:docMk/>
            <pc:sldMk cId="779340092" sldId="268"/>
            <ac:spMk id="26" creationId="{A953E911-D467-4000-8208-4AA942E0E19E}"/>
          </ac:spMkLst>
        </pc:spChg>
      </pc:sldChg>
      <pc:sldChg chg="addSp modSp new mod">
        <pc:chgData name="Dekker, Lucan den (251285)" userId="1d732119-8d80-4191-822c-0ac4f60f3b13" providerId="ADAL" clId="{C2F9B174-B582-4370-A158-424FA0A0E46D}" dt="2026-05-11T09:23:50.568" v="704"/>
        <pc:sldMkLst>
          <pc:docMk/>
          <pc:sldMk cId="635891023" sldId="269"/>
        </pc:sldMkLst>
        <pc:spChg chg="add mod">
          <ac:chgData name="Dekker, Lucan den (251285)" userId="1d732119-8d80-4191-822c-0ac4f60f3b13" providerId="ADAL" clId="{C2F9B174-B582-4370-A158-424FA0A0E46D}" dt="2026-05-11T09:22:41.781" v="249"/>
          <ac:spMkLst>
            <pc:docMk/>
            <pc:sldMk cId="635891023" sldId="269"/>
            <ac:spMk id="2" creationId="{7BB6403B-BAB2-4F0B-8628-2C7D284E65A5}"/>
          </ac:spMkLst>
        </pc:spChg>
        <pc:spChg chg="add mod">
          <ac:chgData name="Dekker, Lucan den (251285)" userId="1d732119-8d80-4191-822c-0ac4f60f3b13" providerId="ADAL" clId="{C2F9B174-B582-4370-A158-424FA0A0E46D}" dt="2026-05-11T09:22:41.785" v="255"/>
          <ac:spMkLst>
            <pc:docMk/>
            <pc:sldMk cId="635891023" sldId="269"/>
            <ac:spMk id="3" creationId="{8EA9864A-C56A-4DFB-A84A-C96853B8F108}"/>
          </ac:spMkLst>
        </pc:spChg>
        <pc:spChg chg="add mod">
          <ac:chgData name="Dekker, Lucan den (251285)" userId="1d732119-8d80-4191-822c-0ac4f60f3b13" providerId="ADAL" clId="{C2F9B174-B582-4370-A158-424FA0A0E46D}" dt="2026-05-11T09:22:41.788" v="261"/>
          <ac:spMkLst>
            <pc:docMk/>
            <pc:sldMk cId="635891023" sldId="269"/>
            <ac:spMk id="4" creationId="{9CBA597C-D7BC-4426-B7A7-635C387D7F9B}"/>
          </ac:spMkLst>
        </pc:spChg>
        <pc:spChg chg="add mod">
          <ac:chgData name="Dekker, Lucan den (251285)" userId="1d732119-8d80-4191-822c-0ac4f60f3b13" providerId="ADAL" clId="{C2F9B174-B582-4370-A158-424FA0A0E46D}" dt="2026-05-11T09:22:41.792" v="267"/>
          <ac:spMkLst>
            <pc:docMk/>
            <pc:sldMk cId="635891023" sldId="269"/>
            <ac:spMk id="5" creationId="{B86F553B-89AC-4BD5-92E7-7EDC945CDB4D}"/>
          </ac:spMkLst>
        </pc:spChg>
        <pc:spChg chg="add mod">
          <ac:chgData name="Dekker, Lucan den (251285)" userId="1d732119-8d80-4191-822c-0ac4f60f3b13" providerId="ADAL" clId="{C2F9B174-B582-4370-A158-424FA0A0E46D}" dt="2026-05-11T09:22:41.794" v="270"/>
          <ac:spMkLst>
            <pc:docMk/>
            <pc:sldMk cId="635891023" sldId="269"/>
            <ac:spMk id="6" creationId="{BEC2C8E4-C75F-4484-AD70-BC7353964077}"/>
          </ac:spMkLst>
        </pc:spChg>
        <pc:graphicFrameChg chg="add modGraphic">
          <ac:chgData name="Dekker, Lucan den (251285)" userId="1d732119-8d80-4191-822c-0ac4f60f3b13" providerId="ADAL" clId="{C2F9B174-B582-4370-A158-424FA0A0E46D}" dt="2026-05-11T09:23:50.568" v="704"/>
          <ac:graphicFrameMkLst>
            <pc:docMk/>
            <pc:sldMk cId="635891023" sldId="269"/>
            <ac:graphicFrameMk id="8" creationId="{30439C03-E2B0-4387-B23E-15E45370AB19}"/>
          </ac:graphicFrameMkLst>
        </pc:graphicFrameChg>
      </pc:sldChg>
      <pc:sldChg chg="modSp add mod">
        <pc:chgData name="Dekker, Lucan den (251285)" userId="1d732119-8d80-4191-822c-0ac4f60f3b13" providerId="ADAL" clId="{C2F9B174-B582-4370-A158-424FA0A0E46D}" dt="2026-05-11T20:15:35.101" v="911" actId="20577"/>
        <pc:sldMkLst>
          <pc:docMk/>
          <pc:sldMk cId="1507378806" sldId="270"/>
        </pc:sldMkLst>
        <pc:spChg chg="mod">
          <ac:chgData name="Dekker, Lucan den (251285)" userId="1d732119-8d80-4191-822c-0ac4f60f3b13" providerId="ADAL" clId="{C2F9B174-B582-4370-A158-424FA0A0E46D}" dt="2026-05-11T09:32:06.751" v="719"/>
          <ac:spMkLst>
            <pc:docMk/>
            <pc:sldMk cId="1507378806" sldId="270"/>
            <ac:spMk id="3" creationId="{74C32973-80A3-4C13-8E5D-23CA74C42EFB}"/>
          </ac:spMkLst>
        </pc:spChg>
        <pc:spChg chg="mod">
          <ac:chgData name="Dekker, Lucan den (251285)" userId="1d732119-8d80-4191-822c-0ac4f60f3b13" providerId="ADAL" clId="{C2F9B174-B582-4370-A158-424FA0A0E46D}" dt="2026-05-11T09:32:06.752" v="721"/>
          <ac:spMkLst>
            <pc:docMk/>
            <pc:sldMk cId="1507378806" sldId="270"/>
            <ac:spMk id="5" creationId="{3FEA888D-3F23-4B1C-B44E-B26DAA78178C}"/>
          </ac:spMkLst>
        </pc:spChg>
        <pc:spChg chg="mod">
          <ac:chgData name="Dekker, Lucan den (251285)" userId="1d732119-8d80-4191-822c-0ac4f60f3b13" providerId="ADAL" clId="{C2F9B174-B582-4370-A158-424FA0A0E46D}" dt="2026-05-11T20:15:35.101" v="911" actId="20577"/>
          <ac:spMkLst>
            <pc:docMk/>
            <pc:sldMk cId="1507378806" sldId="270"/>
            <ac:spMk id="7" creationId="{A5EC8086-C7E1-42AB-AC16-E33AB14C34E7}"/>
          </ac:spMkLst>
        </pc:spChg>
      </pc:sldChg>
      <pc:sldChg chg="addSp modSp new del mod">
        <pc:chgData name="Dekker, Lucan den (251285)" userId="1d732119-8d80-4191-822c-0ac4f60f3b13" providerId="ADAL" clId="{C2F9B174-B582-4370-A158-424FA0A0E46D}" dt="2026-05-11T09:30:51.588" v="705" actId="47"/>
        <pc:sldMkLst>
          <pc:docMk/>
          <pc:sldMk cId="2108100448" sldId="270"/>
        </pc:sldMkLst>
        <pc:spChg chg="add mod">
          <ac:chgData name="Dekker, Lucan den (251285)" userId="1d732119-8d80-4191-822c-0ac4f60f3b13" providerId="ADAL" clId="{C2F9B174-B582-4370-A158-424FA0A0E46D}" dt="2026-05-11T09:23:09.832" v="490"/>
          <ac:spMkLst>
            <pc:docMk/>
            <pc:sldMk cId="2108100448" sldId="270"/>
            <ac:spMk id="2" creationId="{A24C7009-1B47-4E84-84F2-F00980755ED0}"/>
          </ac:spMkLst>
        </pc:spChg>
        <pc:spChg chg="add mod">
          <ac:chgData name="Dekker, Lucan den (251285)" userId="1d732119-8d80-4191-822c-0ac4f60f3b13" providerId="ADAL" clId="{C2F9B174-B582-4370-A158-424FA0A0E46D}" dt="2026-05-11T09:23:09.836" v="496"/>
          <ac:spMkLst>
            <pc:docMk/>
            <pc:sldMk cId="2108100448" sldId="270"/>
            <ac:spMk id="3" creationId="{0D0C5D1A-A94A-4E49-8443-2CF04A644AAF}"/>
          </ac:spMkLst>
        </pc:spChg>
        <pc:spChg chg="add mod">
          <ac:chgData name="Dekker, Lucan den (251285)" userId="1d732119-8d80-4191-822c-0ac4f60f3b13" providerId="ADAL" clId="{C2F9B174-B582-4370-A158-424FA0A0E46D}" dt="2026-05-11T09:23:09.839" v="502"/>
          <ac:spMkLst>
            <pc:docMk/>
            <pc:sldMk cId="2108100448" sldId="270"/>
            <ac:spMk id="4" creationId="{82D29D5E-CA7C-4557-A864-56830EAAFD44}"/>
          </ac:spMkLst>
        </pc:spChg>
        <pc:spChg chg="add mod">
          <ac:chgData name="Dekker, Lucan den (251285)" userId="1d732119-8d80-4191-822c-0ac4f60f3b13" providerId="ADAL" clId="{C2F9B174-B582-4370-A158-424FA0A0E46D}" dt="2026-05-11T09:23:09.842" v="508"/>
          <ac:spMkLst>
            <pc:docMk/>
            <pc:sldMk cId="2108100448" sldId="270"/>
            <ac:spMk id="5" creationId="{34DCC4CC-087C-4C18-B021-C00651695293}"/>
          </ac:spMkLst>
        </pc:spChg>
        <pc:spChg chg="add mod">
          <ac:chgData name="Dekker, Lucan den (251285)" userId="1d732119-8d80-4191-822c-0ac4f60f3b13" providerId="ADAL" clId="{C2F9B174-B582-4370-A158-424FA0A0E46D}" dt="2026-05-11T09:23:09.843" v="511"/>
          <ac:spMkLst>
            <pc:docMk/>
            <pc:sldMk cId="2108100448" sldId="270"/>
            <ac:spMk id="6" creationId="{7FC57CE3-301C-4F7E-B97B-E2058A2D9905}"/>
          </ac:spMkLst>
        </pc:spChg>
        <pc:graphicFrameChg chg="add modGraphic">
          <ac:chgData name="Dekker, Lucan den (251285)" userId="1d732119-8d80-4191-822c-0ac4f60f3b13" providerId="ADAL" clId="{C2F9B174-B582-4370-A158-424FA0A0E46D}" dt="2026-05-11T09:23:09.933" v="668"/>
          <ac:graphicFrameMkLst>
            <pc:docMk/>
            <pc:sldMk cId="2108100448" sldId="270"/>
            <ac:graphicFrameMk id="8" creationId="{A494AB55-1F5D-4508-A66E-9F4E92668111}"/>
          </ac:graphicFrameMkLst>
        </pc:graphicFrameChg>
      </pc:sldChg>
      <pc:sldChg chg="addSp modSp new mod">
        <pc:chgData name="Dekker, Lucan den (251285)" userId="1d732119-8d80-4191-822c-0ac4f60f3b13" providerId="ADAL" clId="{C2F9B174-B582-4370-A158-424FA0A0E46D}" dt="2026-05-11T09:55:39.057" v="902" actId="1038"/>
        <pc:sldMkLst>
          <pc:docMk/>
          <pc:sldMk cId="3787304171" sldId="271"/>
        </pc:sldMkLst>
        <pc:spChg chg="add mod">
          <ac:chgData name="Dekker, Lucan den (251285)" userId="1d732119-8d80-4191-822c-0ac4f60f3b13" providerId="ADAL" clId="{C2F9B174-B582-4370-A158-424FA0A0E46D}" dt="2026-05-11T09:39:49.050" v="730"/>
          <ac:spMkLst>
            <pc:docMk/>
            <pc:sldMk cId="3787304171" sldId="271"/>
            <ac:spMk id="2" creationId="{EF0480C2-0B6B-4D7D-A469-CDB2CEC75D55}"/>
          </ac:spMkLst>
        </pc:spChg>
        <pc:spChg chg="add mod">
          <ac:chgData name="Dekker, Lucan den (251285)" userId="1d732119-8d80-4191-822c-0ac4f60f3b13" providerId="ADAL" clId="{C2F9B174-B582-4370-A158-424FA0A0E46D}" dt="2026-05-11T09:39:49.055" v="736"/>
          <ac:spMkLst>
            <pc:docMk/>
            <pc:sldMk cId="3787304171" sldId="271"/>
            <ac:spMk id="3" creationId="{DB7890F6-4BFD-4119-90C5-E599D160C1A9}"/>
          </ac:spMkLst>
        </pc:spChg>
        <pc:spChg chg="add mod">
          <ac:chgData name="Dekker, Lucan den (251285)" userId="1d732119-8d80-4191-822c-0ac4f60f3b13" providerId="ADAL" clId="{C2F9B174-B582-4370-A158-424FA0A0E46D}" dt="2026-05-11T09:39:49.058" v="742"/>
          <ac:spMkLst>
            <pc:docMk/>
            <pc:sldMk cId="3787304171" sldId="271"/>
            <ac:spMk id="4" creationId="{890912CD-88BF-4C23-A1C2-83F5D74FFF25}"/>
          </ac:spMkLst>
        </pc:spChg>
        <pc:spChg chg="add mod">
          <ac:chgData name="Dekker, Lucan den (251285)" userId="1d732119-8d80-4191-822c-0ac4f60f3b13" providerId="ADAL" clId="{C2F9B174-B582-4370-A158-424FA0A0E46D}" dt="2026-05-11T09:39:49.062" v="748"/>
          <ac:spMkLst>
            <pc:docMk/>
            <pc:sldMk cId="3787304171" sldId="271"/>
            <ac:spMk id="5" creationId="{A929726D-9132-4F3E-8711-8E52208A5D27}"/>
          </ac:spMkLst>
        </pc:spChg>
        <pc:spChg chg="add mod">
          <ac:chgData name="Dekker, Lucan den (251285)" userId="1d732119-8d80-4191-822c-0ac4f60f3b13" providerId="ADAL" clId="{C2F9B174-B582-4370-A158-424FA0A0E46D}" dt="2026-05-11T09:55:39.057" v="902" actId="1038"/>
          <ac:spMkLst>
            <pc:docMk/>
            <pc:sldMk cId="3787304171" sldId="271"/>
            <ac:spMk id="6" creationId="{618FE56C-56A1-454C-9DE7-89F52C664B72}"/>
          </ac:spMkLst>
        </pc:spChg>
        <pc:spChg chg="add mod">
          <ac:chgData name="Dekker, Lucan den (251285)" userId="1d732119-8d80-4191-822c-0ac4f60f3b13" providerId="ADAL" clId="{C2F9B174-B582-4370-A158-424FA0A0E46D}" dt="2026-05-11T09:39:49.066" v="755"/>
          <ac:spMkLst>
            <pc:docMk/>
            <pc:sldMk cId="3787304171" sldId="271"/>
            <ac:spMk id="7" creationId="{CFD5EE62-5BB7-4E7D-A734-694054030120}"/>
          </ac:spMkLst>
        </pc:spChg>
        <pc:spChg chg="add mod">
          <ac:chgData name="Dekker, Lucan den (251285)" userId="1d732119-8d80-4191-822c-0ac4f60f3b13" providerId="ADAL" clId="{C2F9B174-B582-4370-A158-424FA0A0E46D}" dt="2026-05-11T09:39:49.067" v="758"/>
          <ac:spMkLst>
            <pc:docMk/>
            <pc:sldMk cId="3787304171" sldId="271"/>
            <ac:spMk id="8" creationId="{224C8DAF-3997-46F9-8C64-872DA6064AF7}"/>
          </ac:spMkLst>
        </pc:spChg>
        <pc:spChg chg="add mod">
          <ac:chgData name="Dekker, Lucan den (251285)" userId="1d732119-8d80-4191-822c-0ac4f60f3b13" providerId="ADAL" clId="{C2F9B174-B582-4370-A158-424FA0A0E46D}" dt="2026-05-11T09:39:49.071" v="764"/>
          <ac:spMkLst>
            <pc:docMk/>
            <pc:sldMk cId="3787304171" sldId="271"/>
            <ac:spMk id="9" creationId="{6B92B746-0B35-43F3-82AA-B67D3C98EE01}"/>
          </ac:spMkLst>
        </pc:spChg>
        <pc:spChg chg="add mod">
          <ac:chgData name="Dekker, Lucan den (251285)" userId="1d732119-8d80-4191-822c-0ac4f60f3b13" providerId="ADAL" clId="{C2F9B174-B582-4370-A158-424FA0A0E46D}" dt="2026-05-11T09:39:49.074" v="770"/>
          <ac:spMkLst>
            <pc:docMk/>
            <pc:sldMk cId="3787304171" sldId="271"/>
            <ac:spMk id="10" creationId="{EF5D8D8C-92B9-421C-8934-709B880A9C2D}"/>
          </ac:spMkLst>
        </pc:spChg>
        <pc:spChg chg="add mod">
          <ac:chgData name="Dekker, Lucan den (251285)" userId="1d732119-8d80-4191-822c-0ac4f60f3b13" providerId="ADAL" clId="{C2F9B174-B582-4370-A158-424FA0A0E46D}" dt="2026-05-11T09:39:49.080" v="775"/>
          <ac:spMkLst>
            <pc:docMk/>
            <pc:sldMk cId="3787304171" sldId="271"/>
            <ac:spMk id="11" creationId="{2C0D9FDB-A3CF-4873-AF4D-76A47A8038CE}"/>
          </ac:spMkLst>
        </pc:spChg>
        <pc:spChg chg="add mod">
          <ac:chgData name="Dekker, Lucan den (251285)" userId="1d732119-8d80-4191-822c-0ac4f60f3b13" providerId="ADAL" clId="{C2F9B174-B582-4370-A158-424FA0A0E46D}" dt="2026-05-11T09:39:49.081" v="779"/>
          <ac:spMkLst>
            <pc:docMk/>
            <pc:sldMk cId="3787304171" sldId="271"/>
            <ac:spMk id="12" creationId="{79C12033-957C-4E78-99A2-83E05216A357}"/>
          </ac:spMkLst>
        </pc:spChg>
        <pc:spChg chg="add mod">
          <ac:chgData name="Dekker, Lucan den (251285)" userId="1d732119-8d80-4191-822c-0ac4f60f3b13" providerId="ADAL" clId="{C2F9B174-B582-4370-A158-424FA0A0E46D}" dt="2026-05-11T09:39:49.083" v="782"/>
          <ac:spMkLst>
            <pc:docMk/>
            <pc:sldMk cId="3787304171" sldId="271"/>
            <ac:spMk id="13" creationId="{BC9D6819-0883-4458-843C-03B32529D8A3}"/>
          </ac:spMkLst>
        </pc:spChg>
        <pc:spChg chg="add mod">
          <ac:chgData name="Dekker, Lucan den (251285)" userId="1d732119-8d80-4191-822c-0ac4f60f3b13" providerId="ADAL" clId="{C2F9B174-B582-4370-A158-424FA0A0E46D}" dt="2026-05-11T09:39:49.086" v="788"/>
          <ac:spMkLst>
            <pc:docMk/>
            <pc:sldMk cId="3787304171" sldId="271"/>
            <ac:spMk id="14" creationId="{40824291-F7DA-4F32-BDB6-99B330A4D746}"/>
          </ac:spMkLst>
        </pc:spChg>
        <pc:spChg chg="add mod">
          <ac:chgData name="Dekker, Lucan den (251285)" userId="1d732119-8d80-4191-822c-0ac4f60f3b13" providerId="ADAL" clId="{C2F9B174-B582-4370-A158-424FA0A0E46D}" dt="2026-05-11T09:39:49.089" v="794"/>
          <ac:spMkLst>
            <pc:docMk/>
            <pc:sldMk cId="3787304171" sldId="271"/>
            <ac:spMk id="15" creationId="{D0023123-5A64-41FF-BDA5-1733858AF958}"/>
          </ac:spMkLst>
        </pc:spChg>
        <pc:spChg chg="add mod">
          <ac:chgData name="Dekker, Lucan den (251285)" userId="1d732119-8d80-4191-822c-0ac4f60f3b13" providerId="ADAL" clId="{C2F9B174-B582-4370-A158-424FA0A0E46D}" dt="2026-05-11T09:39:49.091" v="799"/>
          <ac:spMkLst>
            <pc:docMk/>
            <pc:sldMk cId="3787304171" sldId="271"/>
            <ac:spMk id="16" creationId="{867BBF8B-9B14-4078-8381-C67FA306A0DB}"/>
          </ac:spMkLst>
        </pc:spChg>
        <pc:spChg chg="add mod">
          <ac:chgData name="Dekker, Lucan den (251285)" userId="1d732119-8d80-4191-822c-0ac4f60f3b13" providerId="ADAL" clId="{C2F9B174-B582-4370-A158-424FA0A0E46D}" dt="2026-05-11T09:39:49.094" v="803"/>
          <ac:spMkLst>
            <pc:docMk/>
            <pc:sldMk cId="3787304171" sldId="271"/>
            <ac:spMk id="17" creationId="{318D37D9-B79D-4340-9BAF-8B94C1F9FC98}"/>
          </ac:spMkLst>
        </pc:spChg>
        <pc:spChg chg="add mod">
          <ac:chgData name="Dekker, Lucan den (251285)" userId="1d732119-8d80-4191-822c-0ac4f60f3b13" providerId="ADAL" clId="{C2F9B174-B582-4370-A158-424FA0A0E46D}" dt="2026-05-11T09:39:49.095" v="806"/>
          <ac:spMkLst>
            <pc:docMk/>
            <pc:sldMk cId="3787304171" sldId="271"/>
            <ac:spMk id="18" creationId="{942B4EEE-5E65-4B03-AAEB-B2F512A81BAB}"/>
          </ac:spMkLst>
        </pc:spChg>
        <pc:spChg chg="add mod">
          <ac:chgData name="Dekker, Lucan den (251285)" userId="1d732119-8d80-4191-822c-0ac4f60f3b13" providerId="ADAL" clId="{C2F9B174-B582-4370-A158-424FA0A0E46D}" dt="2026-05-11T09:39:49.099" v="812"/>
          <ac:spMkLst>
            <pc:docMk/>
            <pc:sldMk cId="3787304171" sldId="271"/>
            <ac:spMk id="19" creationId="{C774E153-9884-4104-8071-5143C07306E9}"/>
          </ac:spMkLst>
        </pc:spChg>
        <pc:spChg chg="add mod">
          <ac:chgData name="Dekker, Lucan den (251285)" userId="1d732119-8d80-4191-822c-0ac4f60f3b13" providerId="ADAL" clId="{C2F9B174-B582-4370-A158-424FA0A0E46D}" dt="2026-05-11T09:39:49.102" v="818"/>
          <ac:spMkLst>
            <pc:docMk/>
            <pc:sldMk cId="3787304171" sldId="271"/>
            <ac:spMk id="20" creationId="{7572AE4E-A605-4EE5-85F5-7B9C61E67F46}"/>
          </ac:spMkLst>
        </pc:spChg>
        <pc:spChg chg="add mod">
          <ac:chgData name="Dekker, Lucan den (251285)" userId="1d732119-8d80-4191-822c-0ac4f60f3b13" providerId="ADAL" clId="{C2F9B174-B582-4370-A158-424FA0A0E46D}" dt="2026-05-11T09:39:49.105" v="823"/>
          <ac:spMkLst>
            <pc:docMk/>
            <pc:sldMk cId="3787304171" sldId="271"/>
            <ac:spMk id="21" creationId="{DB840896-F106-4F01-BD29-8FB3C8806135}"/>
          </ac:spMkLst>
        </pc:spChg>
        <pc:spChg chg="add mod">
          <ac:chgData name="Dekker, Lucan den (251285)" userId="1d732119-8d80-4191-822c-0ac4f60f3b13" providerId="ADAL" clId="{C2F9B174-B582-4370-A158-424FA0A0E46D}" dt="2026-05-11T09:39:49.107" v="827"/>
          <ac:spMkLst>
            <pc:docMk/>
            <pc:sldMk cId="3787304171" sldId="271"/>
            <ac:spMk id="22" creationId="{1BF9E9C9-01AB-4721-B5BE-38FC532DF05F}"/>
          </ac:spMkLst>
        </pc:spChg>
        <pc:spChg chg="add mod">
          <ac:chgData name="Dekker, Lucan den (251285)" userId="1d732119-8d80-4191-822c-0ac4f60f3b13" providerId="ADAL" clId="{C2F9B174-B582-4370-A158-424FA0A0E46D}" dt="2026-05-11T09:39:49.108" v="830"/>
          <ac:spMkLst>
            <pc:docMk/>
            <pc:sldMk cId="3787304171" sldId="271"/>
            <ac:spMk id="23" creationId="{F07B26A8-C498-4E7D-9CA2-9E606F2F670F}"/>
          </ac:spMkLst>
        </pc:spChg>
        <pc:spChg chg="add mod">
          <ac:chgData name="Dekker, Lucan den (251285)" userId="1d732119-8d80-4191-822c-0ac4f60f3b13" providerId="ADAL" clId="{C2F9B174-B582-4370-A158-424FA0A0E46D}" dt="2026-05-11T09:39:49.112" v="836"/>
          <ac:spMkLst>
            <pc:docMk/>
            <pc:sldMk cId="3787304171" sldId="271"/>
            <ac:spMk id="24" creationId="{DB2CAE66-F63A-4224-A5F7-2433C32CBF36}"/>
          </ac:spMkLst>
        </pc:spChg>
        <pc:spChg chg="add mod">
          <ac:chgData name="Dekker, Lucan den (251285)" userId="1d732119-8d80-4191-822c-0ac4f60f3b13" providerId="ADAL" clId="{C2F9B174-B582-4370-A158-424FA0A0E46D}" dt="2026-05-11T09:39:49.115" v="842"/>
          <ac:spMkLst>
            <pc:docMk/>
            <pc:sldMk cId="3787304171" sldId="271"/>
            <ac:spMk id="25" creationId="{3F37C7BA-0F83-4D98-9540-192BD1DE38D4}"/>
          </ac:spMkLst>
        </pc:spChg>
        <pc:spChg chg="add mod">
          <ac:chgData name="Dekker, Lucan den (251285)" userId="1d732119-8d80-4191-822c-0ac4f60f3b13" providerId="ADAL" clId="{C2F9B174-B582-4370-A158-424FA0A0E46D}" dt="2026-05-11T09:39:49.119" v="847"/>
          <ac:spMkLst>
            <pc:docMk/>
            <pc:sldMk cId="3787304171" sldId="271"/>
            <ac:spMk id="26" creationId="{79B39C8E-0FE7-4BCD-8D54-6EE9DA12A25A}"/>
          </ac:spMkLst>
        </pc:spChg>
        <pc:spChg chg="add mod">
          <ac:chgData name="Dekker, Lucan den (251285)" userId="1d732119-8d80-4191-822c-0ac4f60f3b13" providerId="ADAL" clId="{C2F9B174-B582-4370-A158-424FA0A0E46D}" dt="2026-05-11T09:39:49.120" v="850"/>
          <ac:spMkLst>
            <pc:docMk/>
            <pc:sldMk cId="3787304171" sldId="271"/>
            <ac:spMk id="27" creationId="{D0862EF4-9F3E-48A4-8629-9669DEE5EAEF}"/>
          </ac:spMkLst>
        </pc:spChg>
        <pc:spChg chg="add mod">
          <ac:chgData name="Dekker, Lucan den (251285)" userId="1d732119-8d80-4191-822c-0ac4f60f3b13" providerId="ADAL" clId="{C2F9B174-B582-4370-A158-424FA0A0E46D}" dt="2026-05-11T09:39:49.124" v="856"/>
          <ac:spMkLst>
            <pc:docMk/>
            <pc:sldMk cId="3787304171" sldId="271"/>
            <ac:spMk id="28" creationId="{3EBC26D7-E57E-48AA-9BAA-68ADD5F4341C}"/>
          </ac:spMkLst>
        </pc:spChg>
        <pc:spChg chg="add mod">
          <ac:chgData name="Dekker, Lucan den (251285)" userId="1d732119-8d80-4191-822c-0ac4f60f3b13" providerId="ADAL" clId="{C2F9B174-B582-4370-A158-424FA0A0E46D}" dt="2026-05-11T09:39:49.128" v="861"/>
          <ac:spMkLst>
            <pc:docMk/>
            <pc:sldMk cId="3787304171" sldId="271"/>
            <ac:spMk id="29" creationId="{3678730B-81D2-440C-B98C-1BC45E0836B5}"/>
          </ac:spMkLst>
        </pc:spChg>
      </pc:sldChg>
      <pc:sldMasterChg chg="del delSldLayout">
        <pc:chgData name="Dekker, Lucan den (251285)" userId="1d732119-8d80-4191-822c-0ac4f60f3b13" providerId="ADAL" clId="{C2F9B174-B582-4370-A158-424FA0A0E46D}" dt="2026-05-11T09:07:14.090" v="1"/>
        <pc:sldMasterMkLst>
          <pc:docMk/>
          <pc:sldMasterMk cId="934440607" sldId="2147483660"/>
        </pc:sldMasterMkLst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3254203168" sldId="2147483661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3695877583" sldId="2147483662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3741528333" sldId="2147483663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894632328" sldId="2147483664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288573280" sldId="2147483665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1468726581" sldId="2147483666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1715686604" sldId="2147483667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3215957383" sldId="2147483668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547717652" sldId="2147483669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1779160623" sldId="2147483670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283076332" sldId="2147483671"/>
          </pc:sldLayoutMkLst>
        </pc:sldLayoutChg>
      </pc:sldMasterChg>
      <pc:sldMasterChg chg="add addSldLayout">
        <pc:chgData name="Dekker, Lucan den (251285)" userId="1d732119-8d80-4191-822c-0ac4f60f3b13" providerId="ADAL" clId="{C2F9B174-B582-4370-A158-424FA0A0E46D}" dt="2026-05-11T09:07:14.070" v="0"/>
        <pc:sldMasterMkLst>
          <pc:docMk/>
          <pc:sldMasterMk cId="934440607" sldId="2147483672"/>
        </pc:sldMasterMkLst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3254203168" sldId="2147483673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3695877583" sldId="2147483674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3741528333" sldId="2147483675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894632328" sldId="2147483676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288573280" sldId="2147483677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1468726581" sldId="2147483678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1715686604" sldId="2147483679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3215957383" sldId="2147483680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547717652" sldId="2147483681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1779160623" sldId="2147483682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283076332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A544C7-7C5F-4228-AFD7-083DE2B5BCF8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F0130-55EE-4563-AA41-FBF4FCAF26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950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0130-55EE-4563-AA41-FBF4FCAF26C9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582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A3B2-6DF7-056C-D770-8183C9930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371B8-1C7B-A44F-A407-992093D03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582F5-7A73-4C83-6063-176D866D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3C5F7-447E-3230-2444-3DB7AD50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6EA10-BF39-0445-5C96-84BA7D00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420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1445-2F05-76AD-7E19-A92B2383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AD198-F487-F519-CAD3-F0E2D9A3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6E11A-ED53-EE50-E653-FFD1B69C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AC924-0A3A-B296-2697-534044A5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313D1-5113-7348-8326-EE6F94AE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587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4CCD-8D9E-3FB5-B4FC-0051BFBB1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1459C-645A-F8CA-AD28-6B325E789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2CFE5-9CB1-C499-3BE0-C11ACA10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B4E36-78A6-F4EC-CE0B-BBB2092C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59AD8-21BE-F6AF-3F84-D80B0038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152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6560-CF47-65F7-4B77-D8EEFF181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7CDD3-468F-0362-DD9A-DC6A4A0A1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5B7D7-39F1-8588-61F5-C819814D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53FA0-4723-9BC7-55BD-E853EC63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71B82-A32A-DC6D-6C18-AFA0D73D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57CA5-E532-77DA-8581-467C191A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63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7A98-655D-98DD-F210-55245AB7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1E7A-2F92-802C-EA30-340C592C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3B66C-EC44-0616-529C-B99CD40E6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AA5FF-D8CE-0589-9CE3-C8A5929E5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39BF8-5FC5-423F-FB04-1EF877BE3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D9563-CCFF-22D7-02E1-9DD82FF5D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9B4A1-D4E1-3AB3-C761-E028FB280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1C6FCF-76E1-6F28-3FD1-C4571105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57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B845-9B65-74C9-CEAC-451D6E502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FA6251-BF55-47B1-CE42-6C71A9947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FD21C-3890-B159-50E2-DCF79A06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AE9E0-9AD4-8A0F-A6EC-481F2B28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872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D8855-2565-4F06-CFCB-5E80F82A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9294C-A18F-D360-8E06-3ACC2713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CB880-44DD-22F6-998F-528972B7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568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80D8-5982-9D0D-265B-B205F726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9A40A-F76F-7503-A4E0-E0D3A4E04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D8C48-9C62-12DD-92BD-5761D5828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64098-6C4F-1E9D-02A3-18BD384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3CAB2-764D-3034-31ED-9E6552D4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68215-D3C3-C4E7-41F7-C1B7D21C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595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352E-60FD-DDEB-0FB2-6C8EADD3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753C44-3164-281C-A002-6ADAB17A2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A1826-A9A4-AFC2-36E4-53C9B4DED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D4783-D68F-21A0-FCC8-DC292D9D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430BB-ED47-FF03-363C-7EEC12EC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C9559-32F6-2384-DE1C-429CA9DC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771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1150-A37E-8584-7830-BDFCC9DA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D5849-D255-9B77-7500-1389DFF9A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21C10-DDE7-1B41-3EE1-663E9FCA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E137-6048-ED76-2A4D-034A1D2D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579F7-967F-9BFD-981C-3E337AAE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916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7A555-0A08-6E9E-FEE6-4E5E9838D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73A73-BB8D-3CA9-2643-FDAB9CF76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9024D-A12D-CB10-EDE8-D38AED629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ABF51-89C1-8E47-28DF-E8FA9AC1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87E33-4762-D6AD-E188-D9353B05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076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28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C8901-8B0B-8C46-4D93-00EAE3F9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223D4-5D26-3897-460C-4E439E791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CCBD0-8B1C-13A4-4F74-A70D22901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FA81D-EB18-47CD-8A7D-A251B1003363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E998A-6869-E59C-29A8-66941E480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CDCE-66B5-4C26-2DE4-1E4592DA5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444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3252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3252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3252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484E-39E2-E56D-8034-7147B21C7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286000"/>
            <a:ext cx="5969000" cy="2286000"/>
          </a:xfrm>
        </p:spPr>
        <p:txBody>
          <a:bodyPr/>
          <a:lstStyle/>
          <a:p>
            <a:pPr algn="l">
              <a:buNone/>
            </a:pPr>
            <a:r>
              <a:rPr lang="en-US" sz="4000" b="1" dirty="0">
                <a:solidFill>
                  <a:srgbClr val="1A1A2E"/>
                </a:solidFill>
                <a:latin typeface="Montserrat"/>
              </a:rPr>
              <a:t>Day to day stock</a:t>
            </a:r>
          </a:p>
          <a:p>
            <a:pPr algn="l">
              <a:buNone/>
            </a:pPr>
            <a:r>
              <a:rPr lang="en-US" sz="4000" b="1" dirty="0">
                <a:solidFill>
                  <a:srgbClr val="2A2A72"/>
                </a:solidFill>
                <a:latin typeface="Montserrat"/>
              </a:rPr>
              <a:t>price predictor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4D6BA1-64C8-4F73-A761-A7E47921B0B2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2BB5-994A-4A82-B221-3434983FB4EC}"/>
              </a:ext>
            </a:extLst>
          </p:cNvPr>
          <p:cNvSpPr txBox="1"/>
          <p:nvPr/>
        </p:nvSpPr>
        <p:spPr>
          <a:xfrm>
            <a:off x="762000" y="762000"/>
            <a:ext cx="635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100" b="1">
                <a:solidFill>
                  <a:srgbClr val="009FFD"/>
                </a:solidFill>
                <a:latin typeface="Montserrat"/>
              </a:rPr>
              <a:t>MACHINE LEARNING · QUANTITATIVE 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6A9D7-8AC6-43F5-BC94-822D54E74E5D}"/>
              </a:ext>
            </a:extLst>
          </p:cNvPr>
          <p:cNvSpPr txBox="1"/>
          <p:nvPr/>
        </p:nvSpPr>
        <p:spPr>
          <a:xfrm>
            <a:off x="762000" y="4572000"/>
            <a:ext cx="584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>
                <a:solidFill>
                  <a:srgbClr val="232528"/>
                </a:solidFill>
                <a:latin typeface="Montserrat"/>
              </a:rPr>
              <a:t>A next-day directional prediction tool powered by exogenous market signals and explainable AI.</a:t>
            </a:r>
            <a:endParaRPr lang="nl-NL" sz="1600">
              <a:solidFill>
                <a:srgbClr val="232528"/>
              </a:solidFill>
              <a:latin typeface="Montserra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A6D6F1-90A0-483F-B635-6B09E05C38DD}"/>
              </a:ext>
            </a:extLst>
          </p:cNvPr>
          <p:cNvSpPr/>
          <p:nvPr/>
        </p:nvSpPr>
        <p:spPr>
          <a:xfrm>
            <a:off x="899160" y="56515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A2D22C-9C8F-4DFD-BB83-E3B74DF6F575}"/>
              </a:ext>
            </a:extLst>
          </p:cNvPr>
          <p:cNvSpPr txBox="1"/>
          <p:nvPr/>
        </p:nvSpPr>
        <p:spPr>
          <a:xfrm>
            <a:off x="762000" y="5842000"/>
            <a:ext cx="5842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6B6B70"/>
                </a:solidFill>
                <a:latin typeface="Montserrat"/>
              </a:rPr>
              <a:t>Group Project Proposal  ·  Binary Classification  ·  Interactive Dashboard</a:t>
            </a:r>
            <a:endParaRPr lang="nl-NL" sz="1200">
              <a:solidFill>
                <a:srgbClr val="6B6B70"/>
              </a:solidFill>
              <a:latin typeface="Montserra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1B272-FC52-5D44-B734-82CFD2BDF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07" t="4312" r="13705" b="17294"/>
          <a:stretch>
            <a:fillRect/>
          </a:stretch>
        </p:blipFill>
        <p:spPr>
          <a:xfrm>
            <a:off x="8104204" y="0"/>
            <a:ext cx="4087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0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F86FF8-1CC3-42EA-96D7-435DB89E3274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32973-80A3-4C13-8E5D-23CA74C42EFB}"/>
              </a:ext>
            </a:extLst>
          </p:cNvPr>
          <p:cNvSpPr txBox="1"/>
          <p:nvPr/>
        </p:nvSpPr>
        <p:spPr>
          <a:xfrm>
            <a:off x="10414000" y="508000"/>
            <a:ext cx="127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>
              <a:buNone/>
            </a:pPr>
            <a:r>
              <a:rPr lang="en-US" sz="3600" b="1" dirty="0">
                <a:solidFill>
                  <a:srgbClr val="DBD56E"/>
                </a:solidFill>
                <a:latin typeface="Montserrat"/>
              </a:rPr>
              <a:t>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C954B9-FFFA-475D-BDC1-4D938FC64116}"/>
              </a:ext>
            </a:extLst>
          </p:cNvPr>
          <p:cNvSpPr txBox="1"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100" b="1" dirty="0">
                <a:solidFill>
                  <a:srgbClr val="009FFD"/>
                </a:solidFill>
                <a:latin typeface="Montserrat"/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A888D-3F23-4B1C-B44E-B26DAA78178C}"/>
              </a:ext>
            </a:extLst>
          </p:cNvPr>
          <p:cNvSpPr txBox="1"/>
          <p:nvPr/>
        </p:nvSpPr>
        <p:spPr>
          <a:xfrm>
            <a:off x="762000" y="1143000"/>
            <a:ext cx="762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A1A2E"/>
                </a:solidFill>
                <a:latin typeface="Montserrat"/>
              </a:rPr>
              <a:t>Contents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5DD6F4-FEEF-48EA-8272-6D182FF8428D}"/>
              </a:ext>
            </a:extLst>
          </p:cNvPr>
          <p:cNvSpPr/>
          <p:nvPr/>
        </p:nvSpPr>
        <p:spPr>
          <a:xfrm>
            <a:off x="762000" y="20320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C8086-C7E1-42AB-AC16-E33AB14C34E7}"/>
              </a:ext>
            </a:extLst>
          </p:cNvPr>
          <p:cNvSpPr txBox="1"/>
          <p:nvPr/>
        </p:nvSpPr>
        <p:spPr>
          <a:xfrm>
            <a:off x="762000" y="2349500"/>
            <a:ext cx="10668000" cy="35832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01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Introduction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What we are building &amp; why it matters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02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Problem </a:t>
            </a:r>
            <a:r>
              <a:rPr lang="en-US" sz="1800" b="1" dirty="0" err="1">
                <a:solidFill>
                  <a:srgbClr val="1A1A2E"/>
                </a:solidFill>
                <a:latin typeface="Montserrat"/>
              </a:rPr>
              <a:t>Statementt</a:t>
            </a:r>
            <a:endParaRPr lang="en-US" sz="1800" b="1" dirty="0">
              <a:solidFill>
                <a:srgbClr val="1A1A2E"/>
              </a:solidFill>
              <a:latin typeface="Montserrat"/>
            </a:endParaRP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The challenge and our project goals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03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Data Description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Sources, quality &amp; pre-processing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04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Methodology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Collection, model, evaluation, deployment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05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Project Timeline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Weekly phases from week 4 to 8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06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Team Contributions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Task ownership across the team</a:t>
            </a:r>
          </a:p>
        </p:txBody>
      </p:sp>
    </p:spTree>
    <p:extLst>
      <p:ext uri="{BB962C8B-B14F-4D97-AF65-F5344CB8AC3E}">
        <p14:creationId xmlns:p14="http://schemas.microsoft.com/office/powerpoint/2010/main" val="150737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AF88F-5EB0-FD78-E5E8-0CF58444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B581D3-8BC5-4A79-688B-B76C39BF1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684" y="508001"/>
            <a:ext cx="6533107" cy="56100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F1212E-1E61-C52B-717A-9B3EBC938800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83101-CEFB-EE1B-9528-5D1075EE6E08}"/>
              </a:ext>
            </a:extLst>
          </p:cNvPr>
          <p:cNvSpPr txBox="1"/>
          <p:nvPr/>
        </p:nvSpPr>
        <p:spPr>
          <a:xfrm>
            <a:off x="762000" y="762000"/>
            <a:ext cx="3810000" cy="26161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nl-NL" sz="1100" b="1">
                <a:solidFill>
                  <a:srgbClr val="009FFD"/>
                </a:solidFill>
                <a:latin typeface="Montserrat"/>
              </a:rPr>
              <a:t>SECTION 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3472D-231C-0793-110C-3BD11E407CAC}"/>
              </a:ext>
            </a:extLst>
          </p:cNvPr>
          <p:cNvSpPr txBox="1"/>
          <p:nvPr/>
        </p:nvSpPr>
        <p:spPr>
          <a:xfrm>
            <a:off x="819751" y="1143000"/>
            <a:ext cx="8890000" cy="64633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nl-NL" sz="3600" b="1">
                <a:solidFill>
                  <a:srgbClr val="1A1A2E"/>
                </a:solidFill>
                <a:latin typeface="Montserrat"/>
              </a:rPr>
              <a:t>Introduction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CF848-C7D0-2206-70B8-B963226C3CF4}"/>
              </a:ext>
            </a:extLst>
          </p:cNvPr>
          <p:cNvSpPr/>
          <p:nvPr/>
        </p:nvSpPr>
        <p:spPr>
          <a:xfrm>
            <a:off x="848625" y="20320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F7507-3413-FB58-ADF7-2BF1B6819F83}"/>
              </a:ext>
            </a:extLst>
          </p:cNvPr>
          <p:cNvSpPr txBox="1"/>
          <p:nvPr/>
        </p:nvSpPr>
        <p:spPr>
          <a:xfrm>
            <a:off x="761999" y="2658717"/>
            <a:ext cx="4145281" cy="3089372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>
              <a:lnSpc>
                <a:spcPts val="2000"/>
              </a:lnSpc>
              <a:spcAft>
                <a:spcPts val="500"/>
              </a:spcAft>
            </a:pPr>
            <a:r>
              <a:rPr lang="en-US" sz="1500" b="1">
                <a:solidFill>
                  <a:srgbClr val="232528"/>
                </a:solidFill>
              </a:rPr>
              <a:t>What </a:t>
            </a:r>
            <a:r>
              <a:rPr lang="en-US" sz="1500">
                <a:solidFill>
                  <a:srgbClr val="232528"/>
                </a:solidFill>
              </a:rPr>
              <a:t>are we building: </a:t>
            </a:r>
            <a:endParaRPr lang="en-US">
              <a:solidFill>
                <a:srgbClr val="1A1A2E"/>
              </a:solidFill>
            </a:endParaRPr>
          </a:p>
          <a:p>
            <a:pPr>
              <a:lnSpc>
                <a:spcPts val="2000"/>
              </a:lnSpc>
              <a:spcAft>
                <a:spcPts val="500"/>
              </a:spcAft>
            </a:pPr>
            <a:r>
              <a:rPr lang="en-US" sz="1500" b="1">
                <a:solidFill>
                  <a:srgbClr val="232528"/>
                </a:solidFill>
              </a:rPr>
              <a:t> </a:t>
            </a:r>
            <a:r>
              <a:rPr lang="en-US" sz="1500" i="1">
                <a:solidFill>
                  <a:srgbClr val="232528"/>
                </a:solidFill>
              </a:rPr>
              <a:t>Up or down</a:t>
            </a:r>
            <a:r>
              <a:rPr lang="en-US" sz="1500">
                <a:solidFill>
                  <a:srgbClr val="232528"/>
                </a:solidFill>
              </a:rPr>
              <a:t> Microsoft (MSFT) stock predictor</a:t>
            </a:r>
          </a:p>
          <a:p>
            <a:pPr>
              <a:lnSpc>
                <a:spcPts val="2000"/>
              </a:lnSpc>
              <a:spcAft>
                <a:spcPts val="500"/>
              </a:spcAft>
            </a:pPr>
            <a:endParaRPr lang="en-US" sz="1500">
              <a:solidFill>
                <a:srgbClr val="232528"/>
              </a:solidFill>
            </a:endParaRPr>
          </a:p>
          <a:p>
            <a:pPr>
              <a:lnSpc>
                <a:spcPts val="2000"/>
              </a:lnSpc>
              <a:spcAft>
                <a:spcPts val="500"/>
              </a:spcAft>
            </a:pPr>
            <a:r>
              <a:rPr lang="en-US" sz="1500" b="1">
                <a:solidFill>
                  <a:srgbClr val="232528"/>
                </a:solidFill>
              </a:rPr>
              <a:t>Why </a:t>
            </a:r>
            <a:r>
              <a:rPr lang="en-US" sz="1500">
                <a:solidFill>
                  <a:srgbClr val="232528"/>
                </a:solidFill>
              </a:rPr>
              <a:t>are we building this:</a:t>
            </a:r>
          </a:p>
          <a:p>
            <a:pPr>
              <a:lnSpc>
                <a:spcPts val="2000"/>
              </a:lnSpc>
              <a:spcAft>
                <a:spcPts val="500"/>
              </a:spcAft>
            </a:pPr>
            <a:r>
              <a:rPr lang="en-US" sz="1500">
                <a:solidFill>
                  <a:srgbClr val="232528"/>
                </a:solidFill>
              </a:rPr>
              <a:t> To help non-professional investors</a:t>
            </a:r>
          </a:p>
          <a:p>
            <a:pPr>
              <a:lnSpc>
                <a:spcPts val="2000"/>
              </a:lnSpc>
              <a:spcAft>
                <a:spcPts val="500"/>
              </a:spcAft>
            </a:pPr>
            <a:endParaRPr lang="en-US" sz="1500">
              <a:solidFill>
                <a:srgbClr val="232528"/>
              </a:solidFill>
            </a:endParaRPr>
          </a:p>
          <a:p>
            <a:pPr>
              <a:lnSpc>
                <a:spcPts val="2000"/>
              </a:lnSpc>
              <a:spcAft>
                <a:spcPts val="500"/>
              </a:spcAft>
            </a:pPr>
            <a:r>
              <a:rPr lang="en-US" sz="1500" b="1">
                <a:solidFill>
                  <a:srgbClr val="232528"/>
                </a:solidFill>
              </a:rPr>
              <a:t>How </a:t>
            </a:r>
            <a:r>
              <a:rPr lang="en-US" sz="1500">
                <a:solidFill>
                  <a:srgbClr val="232528"/>
                </a:solidFill>
              </a:rPr>
              <a:t>are we building this:</a:t>
            </a:r>
          </a:p>
          <a:p>
            <a:pPr>
              <a:lnSpc>
                <a:spcPts val="2000"/>
              </a:lnSpc>
              <a:spcAft>
                <a:spcPts val="500"/>
              </a:spcAft>
            </a:pPr>
            <a:r>
              <a:rPr lang="en-US" sz="1500">
                <a:solidFill>
                  <a:srgbClr val="232528"/>
                </a:solidFill>
              </a:rPr>
              <a:t> By utilizing Treasury Yield and NASDAQ 100 indexes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29231-D29F-42FA-B58C-748C4A2EA2E1}"/>
              </a:ext>
            </a:extLst>
          </p:cNvPr>
          <p:cNvSpPr txBox="1"/>
          <p:nvPr/>
        </p:nvSpPr>
        <p:spPr>
          <a:xfrm>
            <a:off x="10414000" y="508000"/>
            <a:ext cx="1270000" cy="64633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nl-NL" sz="3600" b="1" dirty="0">
                <a:solidFill>
                  <a:srgbClr val="DBD56E"/>
                </a:solidFill>
                <a:latin typeface="Montserr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17131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FDA1B5-A1AB-4B0C-B893-9F3A9D90CF24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8949E-94DB-49FF-8B3C-143A8FDC442B}"/>
              </a:ext>
            </a:extLst>
          </p:cNvPr>
          <p:cNvSpPr txBox="1"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100" b="1">
                <a:solidFill>
                  <a:srgbClr val="009FFD"/>
                </a:solidFill>
                <a:latin typeface="Montserrat"/>
              </a:rPr>
              <a:t>SECTION 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4C117-0AD3-42FA-BB97-3C9C318C6224}"/>
              </a:ext>
            </a:extLst>
          </p:cNvPr>
          <p:cNvSpPr txBox="1"/>
          <p:nvPr/>
        </p:nvSpPr>
        <p:spPr>
          <a:xfrm>
            <a:off x="819751" y="1143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 dirty="0" err="1">
                <a:solidFill>
                  <a:srgbClr val="1A1A2E"/>
                </a:solidFill>
                <a:latin typeface="Montserrat"/>
              </a:rPr>
              <a:t>Problem</a:t>
            </a:r>
            <a:r>
              <a:rPr lang="nl-NL" sz="3600" b="1" dirty="0">
                <a:solidFill>
                  <a:srgbClr val="1A1A2E"/>
                </a:solidFill>
                <a:latin typeface="Montserrat"/>
              </a:rPr>
              <a:t> Statement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8A4C2-F0D1-471A-AC12-3F6BFDA20D48}"/>
              </a:ext>
            </a:extLst>
          </p:cNvPr>
          <p:cNvSpPr/>
          <p:nvPr/>
        </p:nvSpPr>
        <p:spPr>
          <a:xfrm>
            <a:off x="848625" y="20320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A12B0-2819-4683-BE55-87E5DF20D27D}"/>
              </a:ext>
            </a:extLst>
          </p:cNvPr>
          <p:cNvSpPr txBox="1"/>
          <p:nvPr/>
        </p:nvSpPr>
        <p:spPr>
          <a:xfrm>
            <a:off x="762000" y="2349500"/>
            <a:ext cx="4907280" cy="386201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lnSpc>
                <a:spcPts val="2000"/>
              </a:lnSpc>
              <a:spcAft>
                <a:spcPts val="500"/>
              </a:spcAft>
              <a:buNone/>
            </a:pPr>
            <a:r>
              <a:rPr lang="en-GB" sz="1500" dirty="0">
                <a:solidFill>
                  <a:srgbClr val="232528"/>
                </a:solidFill>
              </a:rPr>
              <a:t>Short-term stock forecasting is notoriously hard, but even small accuracy gains pay off in trading and risk decisions.</a:t>
            </a:r>
          </a:p>
          <a:p>
            <a:pPr marL="0" indent="0">
              <a:lnSpc>
                <a:spcPts val="2000"/>
              </a:lnSpc>
              <a:spcAft>
                <a:spcPts val="500"/>
              </a:spcAft>
              <a:buNone/>
            </a:pPr>
            <a:r>
              <a:rPr lang="en-GB" sz="1500" dirty="0">
                <a:solidFill>
                  <a:srgbClr val="232528"/>
                </a:solidFill>
              </a:rPr>
              <a:t>Our question: can we predict whether Microsoft’s (MSFT) next-day close will go </a:t>
            </a:r>
            <a:r>
              <a:rPr lang="en-GB" sz="1500" b="1" dirty="0">
                <a:solidFill>
                  <a:srgbClr val="232528"/>
                </a:solidFill>
              </a:rPr>
              <a:t>up or down</a:t>
            </a:r>
            <a:r>
              <a:rPr lang="en-GB" sz="1500" dirty="0">
                <a:solidFill>
                  <a:srgbClr val="232528"/>
                </a:solidFill>
              </a:rPr>
              <a:t>?</a:t>
            </a:r>
          </a:p>
          <a:p>
            <a:pPr marL="0" indent="0">
              <a:lnSpc>
                <a:spcPts val="2200"/>
              </a:lnSpc>
              <a:spcAft>
                <a:spcPts val="500"/>
              </a:spcAft>
              <a:buNone/>
            </a:pPr>
            <a:r>
              <a:rPr lang="en-GB" sz="1600" b="1" dirty="0">
                <a:solidFill>
                  <a:srgbClr val="2A2A72"/>
                </a:solidFill>
              </a:rPr>
              <a:t>Project goals</a:t>
            </a:r>
          </a:p>
          <a:p>
            <a:pPr marL="228600" indent="-228600">
              <a:lnSpc>
                <a:spcPts val="1900"/>
              </a:lnSpc>
              <a:spcAft>
                <a:spcPts val="180"/>
              </a:spcAft>
              <a:buFont typeface="Arial"/>
              <a:buChar char="•"/>
            </a:pPr>
            <a:r>
              <a:rPr lang="en-GB" sz="1500" dirty="0">
                <a:solidFill>
                  <a:srgbClr val="232528"/>
                </a:solidFill>
              </a:rPr>
              <a:t>Build a model that predicts MSFT’s next-day direction</a:t>
            </a:r>
          </a:p>
          <a:p>
            <a:pPr marL="228600" indent="-228600">
              <a:lnSpc>
                <a:spcPts val="1900"/>
              </a:lnSpc>
              <a:spcAft>
                <a:spcPts val="180"/>
              </a:spcAft>
              <a:buFont typeface="Arial"/>
              <a:buChar char="•"/>
            </a:pPr>
            <a:r>
              <a:rPr lang="en-GB" sz="1500" dirty="0">
                <a:solidFill>
                  <a:srgbClr val="232528"/>
                </a:solidFill>
              </a:rPr>
              <a:t>Combine price history with external sentiment signals</a:t>
            </a:r>
          </a:p>
          <a:p>
            <a:pPr marL="228600" indent="-228600">
              <a:lnSpc>
                <a:spcPts val="1900"/>
              </a:lnSpc>
              <a:spcAft>
                <a:spcPts val="180"/>
              </a:spcAft>
              <a:buFont typeface="Arial"/>
              <a:buChar char="•"/>
            </a:pPr>
            <a:r>
              <a:rPr lang="en-GB" sz="1500" dirty="0">
                <a:solidFill>
                  <a:srgbClr val="232528"/>
                </a:solidFill>
              </a:rPr>
              <a:t>Evaluate with Accuracy, Precision, Recall and F1</a:t>
            </a:r>
          </a:p>
          <a:p>
            <a:pPr marL="228600" indent="-228600">
              <a:lnSpc>
                <a:spcPts val="1900"/>
              </a:lnSpc>
              <a:spcAft>
                <a:spcPts val="180"/>
              </a:spcAft>
              <a:buFont typeface="Arial"/>
              <a:buChar char="•"/>
            </a:pPr>
            <a:r>
              <a:rPr lang="en-GB" sz="1500" dirty="0">
                <a:solidFill>
                  <a:srgbClr val="232528"/>
                </a:solidFill>
              </a:rPr>
              <a:t>Deliver predictions via an interactive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6A52F5-4164-7DE1-01F8-B19466A1A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680" y="0"/>
            <a:ext cx="584743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FC3D9-1FAC-4BB1-A694-069E3044E92F}"/>
              </a:ext>
            </a:extLst>
          </p:cNvPr>
          <p:cNvSpPr txBox="1"/>
          <p:nvPr/>
        </p:nvSpPr>
        <p:spPr>
          <a:xfrm>
            <a:off x="10414000" y="508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 dirty="0">
                <a:solidFill>
                  <a:srgbClr val="DBD56E"/>
                </a:solidFill>
                <a:latin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037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3600" b="1" dirty="0">
                <a:solidFill>
                  <a:srgbClr val="1A1A2E"/>
                </a:solidFill>
                <a:latin typeface="Montserrat"/>
              </a:rPr>
              <a:t>3. Data Description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dirty="0">
                <a:solidFill>
                  <a:srgbClr val="6B6B70"/>
                </a:solidFill>
                <a:latin typeface="Montserrat"/>
              </a:rPr>
              <a:t>Four daily datasets — Feb 2015 to Feb 2025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3901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97536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txBody>
          <a:bodyPr/>
          <a:lstStyle/>
          <a:p>
            <a:endParaRPr lang="nl-NL" sz="2400"/>
          </a:p>
        </p:txBody>
      </p:sp>
      <p:sp>
        <p:nvSpPr>
          <p:cNvPr id="6" name="Text 4"/>
          <p:cNvSpPr/>
          <p:nvPr/>
        </p:nvSpPr>
        <p:spPr>
          <a:xfrm>
            <a:off x="694944" y="186537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2000" b="1" dirty="0">
                <a:solidFill>
                  <a:srgbClr val="1A1A2E"/>
                </a:solidFill>
                <a:latin typeface="Montserrat"/>
              </a:rPr>
              <a:t>MSFT Daily</a:t>
            </a:r>
          </a:p>
        </p:txBody>
      </p:sp>
      <p:sp>
        <p:nvSpPr>
          <p:cNvPr id="7" name="Text 5"/>
          <p:cNvSpPr/>
          <p:nvPr/>
        </p:nvSpPr>
        <p:spPr>
          <a:xfrm>
            <a:off x="694944" y="240182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009FFD"/>
                </a:solidFill>
                <a:latin typeface="Montserrat"/>
              </a:rPr>
              <a:t>Nasdaq-100</a:t>
            </a:r>
          </a:p>
        </p:txBody>
      </p:sp>
      <p:sp>
        <p:nvSpPr>
          <p:cNvPr id="8" name="Shape 6"/>
          <p:cNvSpPr/>
          <p:nvPr/>
        </p:nvSpPr>
        <p:spPr>
          <a:xfrm>
            <a:off x="694944" y="2840736"/>
            <a:ext cx="2267712" cy="0"/>
          </a:xfrm>
          <a:prstGeom prst="line">
            <a:avLst/>
          </a:prstGeom>
          <a:noFill/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9" name="Text 7"/>
          <p:cNvSpPr/>
          <p:nvPr/>
        </p:nvSpPr>
        <p:spPr>
          <a:xfrm>
            <a:off x="694944" y="2987040"/>
            <a:ext cx="2267712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500" dirty="0">
                <a:solidFill>
                  <a:srgbClr val="1A1A2E"/>
                </a:solidFill>
                <a:latin typeface="Montserrat"/>
              </a:rPr>
              <a:t>Open · High · Low · Close · Volume</a:t>
            </a:r>
          </a:p>
          <a:p>
            <a:pPr>
              <a:buNone/>
            </a:pPr>
            <a:r>
              <a:rPr lang="en-US" sz="1500" dirty="0">
                <a:solidFill>
                  <a:srgbClr val="1A1A2E"/>
                </a:solidFill>
                <a:latin typeface="Montserrat"/>
              </a:rPr>
              <a:t>Core stock features</a:t>
            </a:r>
          </a:p>
        </p:txBody>
      </p:sp>
      <p:sp>
        <p:nvSpPr>
          <p:cNvPr id="10" name="Shape 8"/>
          <p:cNvSpPr/>
          <p:nvPr/>
        </p:nvSpPr>
        <p:spPr>
          <a:xfrm>
            <a:off x="3413760" y="1645920"/>
            <a:ext cx="2560320" cy="3901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11" name="Shape 9"/>
          <p:cNvSpPr/>
          <p:nvPr/>
        </p:nvSpPr>
        <p:spPr>
          <a:xfrm>
            <a:off x="3413760" y="1645920"/>
            <a:ext cx="2560320" cy="97536"/>
          </a:xfrm>
          <a:prstGeom prst="rect">
            <a:avLst/>
          </a:prstGeom>
          <a:solidFill>
            <a:srgbClr val="DBD56E"/>
          </a:solidFill>
          <a:ln>
            <a:noFill/>
          </a:ln>
        </p:spPr>
        <p:txBody>
          <a:bodyPr/>
          <a:lstStyle/>
          <a:p>
            <a:endParaRPr lang="nl-NL" sz="2400"/>
          </a:p>
        </p:txBody>
      </p:sp>
      <p:sp>
        <p:nvSpPr>
          <p:cNvPr id="12" name="Text 10"/>
          <p:cNvSpPr/>
          <p:nvPr/>
        </p:nvSpPr>
        <p:spPr>
          <a:xfrm>
            <a:off x="3560064" y="186537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2000" b="1" dirty="0">
                <a:solidFill>
                  <a:srgbClr val="1A1A2E"/>
                </a:solidFill>
                <a:latin typeface="Montserrat"/>
              </a:rPr>
              <a:t>Gold Prices</a:t>
            </a:r>
          </a:p>
        </p:txBody>
      </p:sp>
      <p:sp>
        <p:nvSpPr>
          <p:cNvPr id="13" name="Text 11"/>
          <p:cNvSpPr/>
          <p:nvPr/>
        </p:nvSpPr>
        <p:spPr>
          <a:xfrm>
            <a:off x="3560064" y="240182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DBD56E"/>
                </a:solidFill>
                <a:latin typeface="Montserrat"/>
              </a:rPr>
              <a:t>Safe-haven asset</a:t>
            </a:r>
          </a:p>
        </p:txBody>
      </p:sp>
      <p:sp>
        <p:nvSpPr>
          <p:cNvPr id="14" name="Shape 12"/>
          <p:cNvSpPr/>
          <p:nvPr/>
        </p:nvSpPr>
        <p:spPr>
          <a:xfrm>
            <a:off x="3560064" y="2840736"/>
            <a:ext cx="2267712" cy="0"/>
          </a:xfrm>
          <a:prstGeom prst="line">
            <a:avLst/>
          </a:prstGeom>
          <a:noFill/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15" name="Text 13"/>
          <p:cNvSpPr/>
          <p:nvPr/>
        </p:nvSpPr>
        <p:spPr>
          <a:xfrm>
            <a:off x="3560064" y="2987040"/>
            <a:ext cx="2267712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500" dirty="0">
                <a:solidFill>
                  <a:srgbClr val="1A1A2E"/>
                </a:solidFill>
                <a:latin typeface="Montserrat"/>
              </a:rPr>
              <a:t>Daily closing price</a:t>
            </a:r>
          </a:p>
          <a:p>
            <a:pPr>
              <a:buNone/>
            </a:pPr>
            <a:r>
              <a:rPr lang="en-US" sz="1500" dirty="0">
                <a:solidFill>
                  <a:srgbClr val="1A1A2E"/>
                </a:solidFill>
                <a:latin typeface="Montserrat"/>
              </a:rPr>
              <a:t>Market sentiment signal</a:t>
            </a:r>
          </a:p>
        </p:txBody>
      </p:sp>
      <p:sp>
        <p:nvSpPr>
          <p:cNvPr id="16" name="Shape 14"/>
          <p:cNvSpPr/>
          <p:nvPr/>
        </p:nvSpPr>
        <p:spPr>
          <a:xfrm>
            <a:off x="6278880" y="1645920"/>
            <a:ext cx="2560320" cy="3901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17" name="Shape 15"/>
          <p:cNvSpPr/>
          <p:nvPr/>
        </p:nvSpPr>
        <p:spPr>
          <a:xfrm>
            <a:off x="6278880" y="1645920"/>
            <a:ext cx="2560320" cy="97536"/>
          </a:xfrm>
          <a:prstGeom prst="rect">
            <a:avLst/>
          </a:prstGeom>
          <a:solidFill>
            <a:srgbClr val="6B6BCB"/>
          </a:solidFill>
          <a:ln>
            <a:noFill/>
          </a:ln>
        </p:spPr>
        <p:txBody>
          <a:bodyPr/>
          <a:lstStyle/>
          <a:p>
            <a:endParaRPr lang="nl-NL" sz="2400"/>
          </a:p>
        </p:txBody>
      </p:sp>
      <p:sp>
        <p:nvSpPr>
          <p:cNvPr id="18" name="Text 16"/>
          <p:cNvSpPr/>
          <p:nvPr/>
        </p:nvSpPr>
        <p:spPr>
          <a:xfrm>
            <a:off x="6425184" y="186537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2000" b="1" dirty="0">
                <a:solidFill>
                  <a:srgbClr val="1A1A2E"/>
                </a:solidFill>
                <a:latin typeface="Montserrat"/>
              </a:rPr>
              <a:t>Crude Oil</a:t>
            </a:r>
          </a:p>
        </p:txBody>
      </p:sp>
      <p:sp>
        <p:nvSpPr>
          <p:cNvPr id="19" name="Text 17"/>
          <p:cNvSpPr/>
          <p:nvPr/>
        </p:nvSpPr>
        <p:spPr>
          <a:xfrm>
            <a:off x="6425184" y="240182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6B6BCB"/>
                </a:solidFill>
                <a:latin typeface="Montserrat"/>
              </a:rPr>
              <a:t>Energy costs</a:t>
            </a:r>
          </a:p>
        </p:txBody>
      </p:sp>
      <p:sp>
        <p:nvSpPr>
          <p:cNvPr id="20" name="Shape 18"/>
          <p:cNvSpPr/>
          <p:nvPr/>
        </p:nvSpPr>
        <p:spPr>
          <a:xfrm>
            <a:off x="6425184" y="2840736"/>
            <a:ext cx="2267712" cy="0"/>
          </a:xfrm>
          <a:prstGeom prst="line">
            <a:avLst/>
          </a:prstGeom>
          <a:noFill/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21" name="Text 19"/>
          <p:cNvSpPr/>
          <p:nvPr/>
        </p:nvSpPr>
        <p:spPr>
          <a:xfrm>
            <a:off x="6425184" y="2987040"/>
            <a:ext cx="2267712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500" dirty="0">
                <a:solidFill>
                  <a:srgbClr val="1A1A2E"/>
                </a:solidFill>
                <a:latin typeface="Montserrat"/>
              </a:rPr>
              <a:t>Daily closing price</a:t>
            </a:r>
          </a:p>
          <a:p>
            <a:pPr>
              <a:buNone/>
            </a:pPr>
            <a:r>
              <a:rPr lang="en-US" sz="1500" dirty="0">
                <a:solidFill>
                  <a:srgbClr val="1A1A2E"/>
                </a:solidFill>
                <a:latin typeface="Montserrat"/>
              </a:rPr>
              <a:t>Cost pressure signal</a:t>
            </a:r>
          </a:p>
        </p:txBody>
      </p:sp>
      <p:sp>
        <p:nvSpPr>
          <p:cNvPr id="22" name="Shape 20"/>
          <p:cNvSpPr/>
          <p:nvPr/>
        </p:nvSpPr>
        <p:spPr>
          <a:xfrm>
            <a:off x="9144000" y="1645920"/>
            <a:ext cx="2560320" cy="3901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23" name="Shape 21"/>
          <p:cNvSpPr/>
          <p:nvPr/>
        </p:nvSpPr>
        <p:spPr>
          <a:xfrm>
            <a:off x="9144000" y="1645920"/>
            <a:ext cx="2560320" cy="97536"/>
          </a:xfrm>
          <a:prstGeom prst="rect">
            <a:avLst/>
          </a:prstGeom>
          <a:solidFill>
            <a:srgbClr val="2A2A72"/>
          </a:solidFill>
          <a:ln>
            <a:noFill/>
          </a:ln>
        </p:spPr>
        <p:txBody>
          <a:bodyPr/>
          <a:lstStyle/>
          <a:p>
            <a:endParaRPr lang="nl-NL" sz="2400"/>
          </a:p>
        </p:txBody>
      </p:sp>
      <p:sp>
        <p:nvSpPr>
          <p:cNvPr id="24" name="Text 22"/>
          <p:cNvSpPr/>
          <p:nvPr/>
        </p:nvSpPr>
        <p:spPr>
          <a:xfrm>
            <a:off x="9290304" y="186537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2000" b="1" dirty="0">
                <a:solidFill>
                  <a:srgbClr val="1A1A2E"/>
                </a:solidFill>
                <a:latin typeface="Montserrat"/>
              </a:rPr>
              <a:t>VIX Index</a:t>
            </a:r>
          </a:p>
        </p:txBody>
      </p:sp>
      <p:sp>
        <p:nvSpPr>
          <p:cNvPr id="25" name="Text 23"/>
          <p:cNvSpPr/>
          <p:nvPr/>
        </p:nvSpPr>
        <p:spPr>
          <a:xfrm>
            <a:off x="9290304" y="240182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2A2A72"/>
                </a:solidFill>
                <a:latin typeface="Montserrat"/>
              </a:rPr>
              <a:t>Fear gauge</a:t>
            </a:r>
          </a:p>
        </p:txBody>
      </p:sp>
      <p:sp>
        <p:nvSpPr>
          <p:cNvPr id="26" name="Shape 24"/>
          <p:cNvSpPr/>
          <p:nvPr/>
        </p:nvSpPr>
        <p:spPr>
          <a:xfrm>
            <a:off x="9290304" y="2840736"/>
            <a:ext cx="2267712" cy="0"/>
          </a:xfrm>
          <a:prstGeom prst="line">
            <a:avLst/>
          </a:prstGeom>
          <a:noFill/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27" name="Text 25"/>
          <p:cNvSpPr/>
          <p:nvPr/>
        </p:nvSpPr>
        <p:spPr>
          <a:xfrm>
            <a:off x="9290304" y="2987040"/>
            <a:ext cx="2267712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500" dirty="0">
                <a:solidFill>
                  <a:srgbClr val="1A1A2E"/>
                </a:solidFill>
                <a:latin typeface="Montserrat"/>
              </a:rPr>
              <a:t>Daily volatility index</a:t>
            </a:r>
          </a:p>
          <a:p>
            <a:pPr>
              <a:buNone/>
            </a:pPr>
            <a:r>
              <a:rPr lang="en-US" sz="1500" dirty="0">
                <a:solidFill>
                  <a:srgbClr val="1A1A2E"/>
                </a:solidFill>
                <a:latin typeface="Montserrat"/>
              </a:rPr>
              <a:t>Market uncertainty signal</a:t>
            </a:r>
          </a:p>
        </p:txBody>
      </p:sp>
      <p:sp>
        <p:nvSpPr>
          <p:cNvPr id="28" name="Text 26"/>
          <p:cNvSpPr/>
          <p:nvPr/>
        </p:nvSpPr>
        <p:spPr>
          <a:xfrm>
            <a:off x="609600" y="6339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All data sourced from the Nasdaq-100 stock market dataset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5AD2EC-FE6A-8DCF-A3E6-95656976B6DF}"/>
              </a:ext>
            </a:extLst>
          </p:cNvPr>
          <p:cNvSpPr txBox="1"/>
          <p:nvPr/>
        </p:nvSpPr>
        <p:spPr>
          <a:xfrm>
            <a:off x="10414000" y="508000"/>
            <a:ext cx="1270000" cy="64633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nl-NL" sz="3600" b="1" dirty="0">
                <a:solidFill>
                  <a:srgbClr val="DBD56E"/>
                </a:solidFill>
                <a:latin typeface="Montserrat"/>
              </a:rPr>
              <a:t>03</a:t>
            </a: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709A48C7-6419-F36F-BF23-8AEE9F9B925A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159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58368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3600" b="1" dirty="0">
                <a:solidFill>
                  <a:srgbClr val="1A1A2E"/>
                </a:solidFill>
                <a:latin typeface="Montserrat"/>
              </a:rPr>
              <a:t>Dataset Structure &amp; Data Quality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194816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700" b="1" dirty="0">
                <a:solidFill>
                  <a:srgbClr val="1A1A2E"/>
                </a:solidFill>
                <a:latin typeface="Montserrat"/>
              </a:rPr>
              <a:t>Merged Feature Table</a:t>
            </a: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09600" y="1682496"/>
          <a:ext cx="5364480" cy="4730496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Trading date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open / high / low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Daily price range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Closing price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Shares traded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gold_close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Gold price (USD)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oil_close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Crude Oil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Oil price (USD)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vix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dirty="0">
                          <a:solidFill>
                            <a:srgbClr val="1A1A2E"/>
                          </a:solidFill>
                          <a:latin typeface="Montserrat"/>
                          <a:ea typeface="Calibri" pitchFamily="34" charset="-122"/>
                          <a:cs typeface="Calibri" pitchFamily="34" charset="-120"/>
                        </a:rPr>
                        <a:t>Volatility index</a:t>
                      </a:r>
                      <a:endParaRPr lang="en-US" sz="1300" b="0" dirty="0">
                        <a:solidFill>
                          <a:srgbClr val="1A1A2E"/>
                        </a:solidFill>
                        <a:latin typeface="Montserra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39840" y="1194816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700" b="1" dirty="0">
                <a:solidFill>
                  <a:srgbClr val="1A1A2E"/>
                </a:solidFill>
                <a:latin typeface="Montserrat"/>
              </a:rPr>
              <a:t>Data Quality Handling</a:t>
            </a:r>
          </a:p>
        </p:txBody>
      </p:sp>
      <p:sp>
        <p:nvSpPr>
          <p:cNvPr id="6" name="Shape 3"/>
          <p:cNvSpPr/>
          <p:nvPr/>
        </p:nvSpPr>
        <p:spPr>
          <a:xfrm>
            <a:off x="6339840" y="1682496"/>
            <a:ext cx="5242560" cy="1072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7" name="Shape 4"/>
          <p:cNvSpPr/>
          <p:nvPr/>
        </p:nvSpPr>
        <p:spPr>
          <a:xfrm>
            <a:off x="6339840" y="1682496"/>
            <a:ext cx="85344" cy="1072896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txBody>
          <a:bodyPr/>
          <a:lstStyle/>
          <a:p>
            <a:endParaRPr lang="nl-NL" sz="2400"/>
          </a:p>
        </p:txBody>
      </p:sp>
      <p:sp>
        <p:nvSpPr>
          <p:cNvPr id="8" name="Text 5"/>
          <p:cNvSpPr/>
          <p:nvPr/>
        </p:nvSpPr>
        <p:spPr>
          <a:xfrm>
            <a:off x="6559296" y="1755648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500" b="1" dirty="0">
                <a:solidFill>
                  <a:srgbClr val="009FFD"/>
                </a:solidFill>
                <a:latin typeface="Montserrat"/>
              </a:rPr>
              <a:t>Missing Values</a:t>
            </a:r>
          </a:p>
        </p:txBody>
      </p:sp>
      <p:sp>
        <p:nvSpPr>
          <p:cNvPr id="9" name="Text 6"/>
          <p:cNvSpPr/>
          <p:nvPr/>
        </p:nvSpPr>
        <p:spPr>
          <a:xfrm>
            <a:off x="6559296" y="2097024"/>
            <a:ext cx="487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300" dirty="0">
                <a:solidFill>
                  <a:srgbClr val="1A1A2E"/>
                </a:solidFill>
                <a:latin typeface="Montserrat"/>
              </a:rPr>
              <a:t>Forward fill — carries last known</a:t>
            </a:r>
          </a:p>
          <a:p>
            <a:pPr>
              <a:buNone/>
            </a:pPr>
            <a:r>
              <a:rPr lang="en-US" sz="1300" dirty="0">
                <a:solidFill>
                  <a:srgbClr val="1A1A2E"/>
                </a:solidFill>
                <a:latin typeface="Montserrat"/>
              </a:rPr>
              <a:t>value forward across trading days</a:t>
            </a:r>
          </a:p>
        </p:txBody>
      </p:sp>
      <p:sp>
        <p:nvSpPr>
          <p:cNvPr id="10" name="Shape 7"/>
          <p:cNvSpPr/>
          <p:nvPr/>
        </p:nvSpPr>
        <p:spPr>
          <a:xfrm>
            <a:off x="6339840" y="2901696"/>
            <a:ext cx="5242560" cy="1072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11" name="Shape 8"/>
          <p:cNvSpPr/>
          <p:nvPr/>
        </p:nvSpPr>
        <p:spPr>
          <a:xfrm>
            <a:off x="6339840" y="2901696"/>
            <a:ext cx="85344" cy="1072896"/>
          </a:xfrm>
          <a:prstGeom prst="rect">
            <a:avLst/>
          </a:prstGeom>
          <a:solidFill>
            <a:srgbClr val="2A2A72"/>
          </a:solidFill>
          <a:ln>
            <a:noFill/>
          </a:ln>
        </p:spPr>
        <p:txBody>
          <a:bodyPr/>
          <a:lstStyle/>
          <a:p>
            <a:endParaRPr lang="nl-NL" sz="2400"/>
          </a:p>
        </p:txBody>
      </p:sp>
      <p:sp>
        <p:nvSpPr>
          <p:cNvPr id="12" name="Text 9"/>
          <p:cNvSpPr/>
          <p:nvPr/>
        </p:nvSpPr>
        <p:spPr>
          <a:xfrm>
            <a:off x="6559296" y="2974848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500" b="1" dirty="0">
                <a:solidFill>
                  <a:srgbClr val="2A2A72"/>
                </a:solidFill>
                <a:latin typeface="Montserrat"/>
              </a:rPr>
              <a:t>Date Formatting</a:t>
            </a:r>
          </a:p>
        </p:txBody>
      </p:sp>
      <p:sp>
        <p:nvSpPr>
          <p:cNvPr id="13" name="Text 10"/>
          <p:cNvSpPr/>
          <p:nvPr/>
        </p:nvSpPr>
        <p:spPr>
          <a:xfrm>
            <a:off x="6559296" y="3316224"/>
            <a:ext cx="487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300" dirty="0">
                <a:solidFill>
                  <a:srgbClr val="1A1A2E"/>
                </a:solidFill>
                <a:latin typeface="Montserrat"/>
              </a:rPr>
              <a:t>Timestamps &amp; timezones stripped</a:t>
            </a:r>
          </a:p>
          <a:p>
            <a:pPr>
              <a:buNone/>
            </a:pPr>
            <a:r>
              <a:rPr lang="en-US" sz="1300" dirty="0">
                <a:solidFill>
                  <a:srgbClr val="1A1A2E"/>
                </a:solidFill>
                <a:latin typeface="Montserrat"/>
              </a:rPr>
              <a:t>during loading for clean merging</a:t>
            </a:r>
          </a:p>
        </p:txBody>
      </p:sp>
      <p:sp>
        <p:nvSpPr>
          <p:cNvPr id="14" name="Shape 11"/>
          <p:cNvSpPr/>
          <p:nvPr/>
        </p:nvSpPr>
        <p:spPr>
          <a:xfrm>
            <a:off x="6339840" y="4120896"/>
            <a:ext cx="5242560" cy="1072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15" name="Shape 12"/>
          <p:cNvSpPr/>
          <p:nvPr/>
        </p:nvSpPr>
        <p:spPr>
          <a:xfrm>
            <a:off x="6339840" y="4120896"/>
            <a:ext cx="85344" cy="1072896"/>
          </a:xfrm>
          <a:prstGeom prst="rect">
            <a:avLst/>
          </a:prstGeom>
          <a:solidFill>
            <a:srgbClr val="DBD56E"/>
          </a:solidFill>
          <a:ln>
            <a:noFill/>
          </a:ln>
        </p:spPr>
        <p:txBody>
          <a:bodyPr/>
          <a:lstStyle/>
          <a:p>
            <a:endParaRPr lang="nl-NL" sz="2400"/>
          </a:p>
        </p:txBody>
      </p:sp>
      <p:sp>
        <p:nvSpPr>
          <p:cNvPr id="16" name="Text 13"/>
          <p:cNvSpPr/>
          <p:nvPr/>
        </p:nvSpPr>
        <p:spPr>
          <a:xfrm>
            <a:off x="6559296" y="4194048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500" b="1" dirty="0">
                <a:solidFill>
                  <a:srgbClr val="1A1A2E"/>
                </a:solidFill>
                <a:latin typeface="Montserrat"/>
              </a:rPr>
              <a:t>Neutral Days</a:t>
            </a:r>
          </a:p>
        </p:txBody>
      </p:sp>
      <p:sp>
        <p:nvSpPr>
          <p:cNvPr id="17" name="Text 14"/>
          <p:cNvSpPr/>
          <p:nvPr/>
        </p:nvSpPr>
        <p:spPr>
          <a:xfrm>
            <a:off x="6559296" y="4535424"/>
            <a:ext cx="487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300" dirty="0">
                <a:solidFill>
                  <a:srgbClr val="1A1A2E"/>
                </a:solidFill>
                <a:latin typeface="Montserrat"/>
              </a:rPr>
              <a:t>Days within ±0.5% return removed</a:t>
            </a:r>
          </a:p>
          <a:p>
            <a:pPr>
              <a:buNone/>
            </a:pPr>
            <a:r>
              <a:rPr lang="en-US" sz="1300" dirty="0">
                <a:solidFill>
                  <a:srgbClr val="1A1A2E"/>
                </a:solidFill>
                <a:latin typeface="Montserrat"/>
              </a:rPr>
              <a:t>— too small to predict reliably</a:t>
            </a:r>
          </a:p>
        </p:txBody>
      </p:sp>
      <p:sp>
        <p:nvSpPr>
          <p:cNvPr id="18" name="Shape 15"/>
          <p:cNvSpPr/>
          <p:nvPr/>
        </p:nvSpPr>
        <p:spPr>
          <a:xfrm>
            <a:off x="6339840" y="5340096"/>
            <a:ext cx="5242560" cy="1072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txBody>
          <a:bodyPr/>
          <a:lstStyle/>
          <a:p>
            <a:endParaRPr lang="nl-NL" sz="2400"/>
          </a:p>
        </p:txBody>
      </p:sp>
      <p:sp>
        <p:nvSpPr>
          <p:cNvPr id="19" name="Shape 16"/>
          <p:cNvSpPr/>
          <p:nvPr/>
        </p:nvSpPr>
        <p:spPr>
          <a:xfrm>
            <a:off x="6339840" y="5340096"/>
            <a:ext cx="85344" cy="1072896"/>
          </a:xfrm>
          <a:prstGeom prst="rect">
            <a:avLst/>
          </a:prstGeom>
          <a:solidFill>
            <a:srgbClr val="6B6BCB"/>
          </a:solidFill>
          <a:ln>
            <a:noFill/>
          </a:ln>
        </p:spPr>
        <p:txBody>
          <a:bodyPr/>
          <a:lstStyle/>
          <a:p>
            <a:endParaRPr lang="nl-NL" sz="2400"/>
          </a:p>
        </p:txBody>
      </p:sp>
      <p:sp>
        <p:nvSpPr>
          <p:cNvPr id="20" name="Text 17"/>
          <p:cNvSpPr/>
          <p:nvPr/>
        </p:nvSpPr>
        <p:spPr>
          <a:xfrm>
            <a:off x="6559296" y="5413248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500" b="1" dirty="0">
                <a:solidFill>
                  <a:srgbClr val="6B6BCB"/>
                </a:solidFill>
                <a:latin typeface="Montserrat"/>
              </a:rPr>
              <a:t>Outliers</a:t>
            </a:r>
          </a:p>
        </p:txBody>
      </p:sp>
      <p:sp>
        <p:nvSpPr>
          <p:cNvPr id="21" name="Text 18"/>
          <p:cNvSpPr/>
          <p:nvPr/>
        </p:nvSpPr>
        <p:spPr>
          <a:xfrm>
            <a:off x="6559296" y="5754624"/>
            <a:ext cx="487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300" dirty="0">
                <a:solidFill>
                  <a:srgbClr val="1A1A2E"/>
                </a:solidFill>
                <a:latin typeface="Montserrat"/>
              </a:rPr>
              <a:t>Kept — represent real market events</a:t>
            </a:r>
          </a:p>
          <a:p>
            <a:pPr>
              <a:buNone/>
            </a:pPr>
            <a:r>
              <a:rPr lang="en-US" sz="1300" dirty="0">
                <a:solidFill>
                  <a:srgbClr val="1A1A2E"/>
                </a:solidFill>
                <a:latin typeface="Montserrat"/>
              </a:rPr>
              <a:t>Managed via </a:t>
            </a:r>
            <a:r>
              <a:rPr lang="en-US" sz="1300" dirty="0" err="1">
                <a:solidFill>
                  <a:srgbClr val="1A1A2E"/>
                </a:solidFill>
                <a:latin typeface="Montserrat"/>
              </a:rPr>
              <a:t>RobustScaler</a:t>
            </a:r>
            <a:endParaRPr lang="en-US" sz="1300" dirty="0">
              <a:solidFill>
                <a:srgbClr val="1A1A2E"/>
              </a:solidFill>
              <a:latin typeface="Montserrat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277DE67-2F49-5C55-56BC-A3AB7FAEFA0B}"/>
              </a:ext>
            </a:extLst>
          </p:cNvPr>
          <p:cNvSpPr/>
          <p:nvPr/>
        </p:nvSpPr>
        <p:spPr>
          <a:xfrm>
            <a:off x="10850880" y="2438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733" b="1" dirty="0">
                <a:solidFill>
                  <a:srgbClr val="DBD5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733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13A9049F-E797-5BEE-A739-A36A7153E809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C75582C1-F8BF-A914-98A0-A484AEC8D7A7}"/>
              </a:ext>
            </a:extLst>
          </p:cNvPr>
          <p:cNvSpPr/>
          <p:nvPr/>
        </p:nvSpPr>
        <p:spPr>
          <a:xfrm>
            <a:off x="731520" y="365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26801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53440" y="18288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533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04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853440" y="2316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53440" y="353568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Collection · Preprocessing · Modelling · Evaluation · Deployment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97440" y="46329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600" b="1" dirty="0">
                <a:solidFill>
                  <a:srgbClr val="DBD56E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6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0DAADA4-CE9C-A22E-6183-E02BF35004AA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6">
            <a:extLst>
              <a:ext uri="{FF2B5EF4-FFF2-40B4-BE49-F238E27FC236}">
                <a16:creationId xmlns:a16="http://schemas.microsoft.com/office/drawing/2014/main" id="{0AF80291-951F-2B80-65FB-CDD66F5E36A8}"/>
              </a:ext>
            </a:extLst>
          </p:cNvPr>
          <p:cNvSpPr/>
          <p:nvPr/>
        </p:nvSpPr>
        <p:spPr>
          <a:xfrm>
            <a:off x="731520" y="1584960"/>
            <a:ext cx="5242560" cy="4511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83560C3F-7695-9600-33C1-6AAEAD078A90}"/>
              </a:ext>
            </a:extLst>
          </p:cNvPr>
          <p:cNvSpPr/>
          <p:nvPr/>
        </p:nvSpPr>
        <p:spPr>
          <a:xfrm>
            <a:off x="731520" y="1584960"/>
            <a:ext cx="5242560" cy="7315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Collection &amp; Preprocessing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10850880" y="2438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733" b="1" dirty="0">
                <a:solidFill>
                  <a:srgbClr val="DBD5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733" dirty="0"/>
          </a:p>
        </p:txBody>
      </p:sp>
      <p:sp>
        <p:nvSpPr>
          <p:cNvPr id="6" name="Shape 4"/>
          <p:cNvSpPr/>
          <p:nvPr/>
        </p:nvSpPr>
        <p:spPr>
          <a:xfrm>
            <a:off x="853440" y="1920240"/>
            <a:ext cx="487680" cy="487680"/>
          </a:xfrm>
          <a:prstGeom prst="line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7" name="Text 5"/>
          <p:cNvSpPr/>
          <p:nvPr/>
        </p:nvSpPr>
        <p:spPr>
          <a:xfrm>
            <a:off x="853440" y="2112264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>
                    <a:lumMod val="9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67" dirty="0">
              <a:solidFill>
                <a:schemeClr val="bg1">
                  <a:lumMod val="9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524000" y="18592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Ingestion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1524000" y="1975104"/>
            <a:ext cx="3901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CSV files loaded into SQLite database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the central data storage solution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3440" y="3444240"/>
            <a:ext cx="487680" cy="487680"/>
          </a:xfrm>
          <a:prstGeom prst="line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11" name="Text 9"/>
          <p:cNvSpPr/>
          <p:nvPr/>
        </p:nvSpPr>
        <p:spPr>
          <a:xfrm>
            <a:off x="853440" y="359664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>
                    <a:lumMod val="9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67" dirty="0">
              <a:solidFill>
                <a:schemeClr val="bg1">
                  <a:lumMod val="9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24000" y="33832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Alignment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1524000" y="3499104"/>
            <a:ext cx="3901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datasets aligned to MSFT's date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range; missing values forward-filled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3440" y="4968240"/>
            <a:ext cx="487680" cy="487680"/>
          </a:xfrm>
          <a:prstGeom prst="line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15" name="Text 13"/>
          <p:cNvSpPr/>
          <p:nvPr/>
        </p:nvSpPr>
        <p:spPr>
          <a:xfrm>
            <a:off x="853440" y="512064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>
                    <a:lumMod val="9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67" dirty="0">
              <a:solidFill>
                <a:schemeClr val="bg1">
                  <a:lumMod val="9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24000" y="49072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Label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1524000" y="5023104"/>
            <a:ext cx="3901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Binary: UP if next-day return &gt; +0.5%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 if &lt; −0.5%; neutral days removed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584960"/>
            <a:ext cx="5242560" cy="4511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1584960"/>
            <a:ext cx="5242560" cy="73152"/>
          </a:xfrm>
          <a:prstGeom prst="rect">
            <a:avLst/>
          </a:prstGeom>
          <a:solidFill>
            <a:srgbClr val="DBD56E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0" name="Text 18"/>
          <p:cNvSpPr/>
          <p:nvPr/>
        </p:nvSpPr>
        <p:spPr>
          <a:xfrm>
            <a:off x="6522720" y="182880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1867" dirty="0"/>
          </a:p>
        </p:txBody>
      </p:sp>
      <p:sp>
        <p:nvSpPr>
          <p:cNvPr id="21" name="Text 19"/>
          <p:cNvSpPr/>
          <p:nvPr/>
        </p:nvSpPr>
        <p:spPr>
          <a:xfrm>
            <a:off x="6522720" y="243840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Lag Features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8717280" y="2438400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Previous 1- and 2-day closes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22720" y="2804160"/>
            <a:ext cx="4632960" cy="12192"/>
          </a:xfrm>
          <a:prstGeom prst="rect">
            <a:avLst/>
          </a:prstGeom>
          <a:solidFill>
            <a:srgbClr val="EAEAEF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4" name="Text 22"/>
          <p:cNvSpPr/>
          <p:nvPr/>
        </p:nvSpPr>
        <p:spPr>
          <a:xfrm>
            <a:off x="6522720" y="2962656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Moving Avg.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8717280" y="2962656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5-day and 10-day averages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22720" y="3328416"/>
            <a:ext cx="4632960" cy="12192"/>
          </a:xfrm>
          <a:prstGeom prst="rect">
            <a:avLst/>
          </a:prstGeom>
          <a:solidFill>
            <a:srgbClr val="EAEAEF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7" name="Text 25"/>
          <p:cNvSpPr/>
          <p:nvPr/>
        </p:nvSpPr>
        <p:spPr>
          <a:xfrm>
            <a:off x="6522720" y="3486912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Return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8717280" y="3486912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Percentage price change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22720" y="3852672"/>
            <a:ext cx="4632960" cy="12192"/>
          </a:xfrm>
          <a:prstGeom prst="rect">
            <a:avLst/>
          </a:prstGeom>
          <a:solidFill>
            <a:srgbClr val="EAEAEF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30" name="Text 28"/>
          <p:cNvSpPr/>
          <p:nvPr/>
        </p:nvSpPr>
        <p:spPr>
          <a:xfrm>
            <a:off x="6522720" y="4011168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Range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8717280" y="4011168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high minus low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22720" y="4376928"/>
            <a:ext cx="4632960" cy="12192"/>
          </a:xfrm>
          <a:prstGeom prst="rect">
            <a:avLst/>
          </a:prstGeom>
          <a:solidFill>
            <a:srgbClr val="EAEAEF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33" name="Text 31"/>
          <p:cNvSpPr/>
          <p:nvPr/>
        </p:nvSpPr>
        <p:spPr>
          <a:xfrm>
            <a:off x="6522720" y="4535424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 Return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8717280" y="4535424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gold price change (%)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22720" y="4901184"/>
            <a:ext cx="4632960" cy="12192"/>
          </a:xfrm>
          <a:prstGeom prst="rect">
            <a:avLst/>
          </a:prstGeom>
          <a:solidFill>
            <a:srgbClr val="EAEAEF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36" name="Text 34"/>
          <p:cNvSpPr/>
          <p:nvPr/>
        </p:nvSpPr>
        <p:spPr>
          <a:xfrm>
            <a:off x="6522720" y="505968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Oil Return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8717280" y="5059680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crude oil change (%)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22720" y="5425440"/>
            <a:ext cx="4632960" cy="12192"/>
          </a:xfrm>
          <a:prstGeom prst="rect">
            <a:avLst/>
          </a:prstGeom>
          <a:solidFill>
            <a:srgbClr val="EAEAEF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39" name="Text 37"/>
          <p:cNvSpPr/>
          <p:nvPr/>
        </p:nvSpPr>
        <p:spPr>
          <a:xfrm>
            <a:off x="6522720" y="5583936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8717280" y="5583936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RobustScaler (train-fit only)</a:t>
            </a:r>
            <a:endParaRPr lang="en-US" sz="1400" dirty="0"/>
          </a:p>
        </p:txBody>
      </p:sp>
      <p:sp>
        <p:nvSpPr>
          <p:cNvPr id="43" name="Rectangle 1">
            <a:extLst>
              <a:ext uri="{FF2B5EF4-FFF2-40B4-BE49-F238E27FC236}">
                <a16:creationId xmlns:a16="http://schemas.microsoft.com/office/drawing/2014/main" id="{84613855-7BE1-A5A5-BE44-D347BC259BC9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Splitting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10850880" y="2438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733" b="1" dirty="0">
                <a:solidFill>
                  <a:srgbClr val="DBD5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733" dirty="0"/>
          </a:p>
        </p:txBody>
      </p:sp>
      <p:sp>
        <p:nvSpPr>
          <p:cNvPr id="6" name="Shape 4"/>
          <p:cNvSpPr/>
          <p:nvPr/>
        </p:nvSpPr>
        <p:spPr>
          <a:xfrm>
            <a:off x="731520" y="1950720"/>
            <a:ext cx="8534400" cy="975360"/>
          </a:xfrm>
          <a:prstGeom prst="rect">
            <a:avLst/>
          </a:prstGeom>
          <a:solidFill>
            <a:srgbClr val="2A2A72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7" name="Text 5"/>
          <p:cNvSpPr/>
          <p:nvPr/>
        </p:nvSpPr>
        <p:spPr>
          <a:xfrm>
            <a:off x="731520" y="19507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 80%</a:t>
            </a:r>
            <a:endParaRPr lang="en-US" sz="1733" dirty="0"/>
          </a:p>
          <a:p>
            <a:pPr algn="ctr">
              <a:lnSpc>
                <a:spcPct val="130000"/>
              </a:lnSpc>
            </a:pPr>
            <a:r>
              <a:rPr lang="en-US" sz="173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Feb 2015 – Feb 2023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9265920" y="1950720"/>
            <a:ext cx="2194560" cy="975360"/>
          </a:xfrm>
          <a:prstGeom prst="rect">
            <a:avLst/>
          </a:prstGeom>
          <a:solidFill>
            <a:srgbClr val="DBD56E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9" name="Text 7"/>
          <p:cNvSpPr/>
          <p:nvPr/>
        </p:nvSpPr>
        <p:spPr>
          <a:xfrm>
            <a:off x="9265920" y="19507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 20%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'23 – '25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413760"/>
            <a:ext cx="10728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1" name="Shape 9"/>
          <p:cNvSpPr/>
          <p:nvPr/>
        </p:nvSpPr>
        <p:spPr>
          <a:xfrm>
            <a:off x="731520" y="3413760"/>
            <a:ext cx="73152" cy="914400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12" name="Text 10"/>
          <p:cNvSpPr/>
          <p:nvPr/>
        </p:nvSpPr>
        <p:spPr>
          <a:xfrm>
            <a:off x="1097280" y="3499104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Time-Based Split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1097280" y="3840480"/>
            <a:ext cx="9997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shuffling applied — data is split chronologically to preserve the temporal structure of the time series and prevent lookahead bias.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11040"/>
            <a:ext cx="10728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5" name="Shape 13"/>
          <p:cNvSpPr/>
          <p:nvPr/>
        </p:nvSpPr>
        <p:spPr>
          <a:xfrm>
            <a:off x="731520" y="4511040"/>
            <a:ext cx="73152" cy="914400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16" name="Text 14"/>
          <p:cNvSpPr/>
          <p:nvPr/>
        </p:nvSpPr>
        <p:spPr>
          <a:xfrm>
            <a:off x="1097280" y="4596384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Train-Only Scaling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1097280" y="4937760"/>
            <a:ext cx="9997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RobustScaler is fitted exclusively on training data. Test data is transformed using training parameters to prevent data leakage.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608320"/>
            <a:ext cx="10728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9" name="Shape 17"/>
          <p:cNvSpPr/>
          <p:nvPr/>
        </p:nvSpPr>
        <p:spPr>
          <a:xfrm>
            <a:off x="731520" y="5608320"/>
            <a:ext cx="73152" cy="914400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0" name="Text 18"/>
          <p:cNvSpPr/>
          <p:nvPr/>
        </p:nvSpPr>
        <p:spPr>
          <a:xfrm>
            <a:off x="1097280" y="5693664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Classification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1097280" y="6035040"/>
            <a:ext cx="9997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Supervised task: predict whether MSFT’s next-day close will go UP or DOWN</a:t>
            </a:r>
            <a:r>
              <a:rPr lang="hu-HU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 features available up to day t.</a:t>
            </a:r>
            <a:endParaRPr lang="en-US" sz="1400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3BF34823-4E15-7DD5-1AD9-AFEEB1CBDFCA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Iterations 1–4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10850880" y="2438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733" b="1" dirty="0">
                <a:solidFill>
                  <a:srgbClr val="DBD5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733" dirty="0"/>
          </a:p>
        </p:txBody>
      </p:sp>
      <p:sp>
        <p:nvSpPr>
          <p:cNvPr id="6" name="Shape 4"/>
          <p:cNvSpPr/>
          <p:nvPr/>
        </p:nvSpPr>
        <p:spPr>
          <a:xfrm>
            <a:off x="731520" y="1584960"/>
            <a:ext cx="10728960" cy="609600"/>
          </a:xfrm>
          <a:prstGeom prst="rect">
            <a:avLst/>
          </a:prstGeom>
          <a:solidFill>
            <a:srgbClr val="2A2A72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7" name="Text 5"/>
          <p:cNvSpPr/>
          <p:nvPr/>
        </p:nvSpPr>
        <p:spPr>
          <a:xfrm>
            <a:off x="1097280" y="1584960"/>
            <a:ext cx="9997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 ·  ~50% accuracy from random guessing. All models must outperform this.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models developed iteratively — each building on findings from the previous one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731520" y="2987040"/>
            <a:ext cx="24993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0" name="Shape 8"/>
          <p:cNvSpPr/>
          <p:nvPr/>
        </p:nvSpPr>
        <p:spPr>
          <a:xfrm>
            <a:off x="731520" y="2987040"/>
            <a:ext cx="2499360" cy="73152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11" name="Text 9"/>
          <p:cNvSpPr/>
          <p:nvPr/>
        </p:nvSpPr>
        <p:spPr>
          <a:xfrm>
            <a:off x="914400" y="3169920"/>
            <a:ext cx="2194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267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ITERATION 1</a:t>
            </a:r>
            <a:endParaRPr lang="en-US" sz="1067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</a:t>
            </a:r>
            <a:endParaRPr lang="en-US" sz="2000" dirty="0"/>
          </a:p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267200"/>
            <a:ext cx="219456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baseline classifier.</a:t>
            </a:r>
            <a:endParaRPr lang="en-US" sz="1333" dirty="0"/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Establishes a floor for</a:t>
            </a:r>
            <a:endParaRPr lang="en-US" sz="1333" dirty="0"/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comparison.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3474720" y="2987040"/>
            <a:ext cx="24993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5" name="Shape 13"/>
          <p:cNvSpPr/>
          <p:nvPr/>
        </p:nvSpPr>
        <p:spPr>
          <a:xfrm>
            <a:off x="3474720" y="2987040"/>
            <a:ext cx="2499360" cy="73152"/>
          </a:xfrm>
          <a:prstGeom prst="rect">
            <a:avLst/>
          </a:prstGeom>
          <a:solidFill>
            <a:srgbClr val="2A2A72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16" name="Text 14"/>
          <p:cNvSpPr/>
          <p:nvPr/>
        </p:nvSpPr>
        <p:spPr>
          <a:xfrm>
            <a:off x="3657600" y="3169920"/>
            <a:ext cx="2194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267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ITERATION 2</a:t>
            </a:r>
            <a:endParaRPr lang="en-US" sz="1067" dirty="0"/>
          </a:p>
        </p:txBody>
      </p:sp>
      <p:sp>
        <p:nvSpPr>
          <p:cNvPr id="17" name="Text 15"/>
          <p:cNvSpPr/>
          <p:nvPr/>
        </p:nvSpPr>
        <p:spPr>
          <a:xfrm>
            <a:off x="3657600" y="347472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</a:t>
            </a:r>
            <a:endParaRPr lang="en-US" sz="2000" dirty="0"/>
          </a:p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0" y="4267200"/>
            <a:ext cx="219456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Non-linear pattern detection.</a:t>
            </a:r>
            <a:endParaRPr lang="en-US" sz="1333" dirty="0"/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importance analysis</a:t>
            </a:r>
            <a:endParaRPr lang="en-US" sz="1333" dirty="0"/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guide further iterations.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6217920" y="2987040"/>
            <a:ext cx="24993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20" name="Shape 18"/>
          <p:cNvSpPr/>
          <p:nvPr/>
        </p:nvSpPr>
        <p:spPr>
          <a:xfrm>
            <a:off x="6217920" y="2987040"/>
            <a:ext cx="2499360" cy="73152"/>
          </a:xfrm>
          <a:prstGeom prst="rect">
            <a:avLst/>
          </a:prstGeom>
          <a:solidFill>
            <a:srgbClr val="DBD56E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1" name="Text 19"/>
          <p:cNvSpPr/>
          <p:nvPr/>
        </p:nvSpPr>
        <p:spPr>
          <a:xfrm>
            <a:off x="6400800" y="3169920"/>
            <a:ext cx="2194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267" dirty="0">
                <a:solidFill>
                  <a:srgbClr val="DBD5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ITERATION 3</a:t>
            </a:r>
            <a:endParaRPr lang="en-US" sz="1067" dirty="0"/>
          </a:p>
        </p:txBody>
      </p:sp>
      <p:sp>
        <p:nvSpPr>
          <p:cNvPr id="22" name="Text 20"/>
          <p:cNvSpPr/>
          <p:nvPr/>
        </p:nvSpPr>
        <p:spPr>
          <a:xfrm>
            <a:off x="6400800" y="347472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4267200"/>
            <a:ext cx="219456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Hyperparameter-tuned boosting.</a:t>
            </a:r>
            <a:endParaRPr lang="en-US" sz="1333" dirty="0"/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strongest traditional</a:t>
            </a:r>
            <a:endParaRPr lang="en-US" sz="1333" dirty="0"/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for tabular data.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8961120" y="2987040"/>
            <a:ext cx="24993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25" name="Shape 23"/>
          <p:cNvSpPr/>
          <p:nvPr/>
        </p:nvSpPr>
        <p:spPr>
          <a:xfrm>
            <a:off x="8961120" y="2987040"/>
            <a:ext cx="2499360" cy="73152"/>
          </a:xfrm>
          <a:prstGeom prst="rect">
            <a:avLst/>
          </a:prstGeom>
          <a:solidFill>
            <a:srgbClr val="232528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6" name="Text 24"/>
          <p:cNvSpPr/>
          <p:nvPr/>
        </p:nvSpPr>
        <p:spPr>
          <a:xfrm>
            <a:off x="9144000" y="3169920"/>
            <a:ext cx="2194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267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ITERATION 4</a:t>
            </a:r>
            <a:endParaRPr lang="en-US" sz="1067" dirty="0"/>
          </a:p>
        </p:txBody>
      </p:sp>
      <p:sp>
        <p:nvSpPr>
          <p:cNvPr id="27" name="Text 25"/>
          <p:cNvSpPr/>
          <p:nvPr/>
        </p:nvSpPr>
        <p:spPr>
          <a:xfrm>
            <a:off x="9144000" y="347472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0" y="4267200"/>
            <a:ext cx="219456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network capturing</a:t>
            </a:r>
            <a:endParaRPr lang="en-US" sz="1333" dirty="0"/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long-range temporal dependencies</a:t>
            </a:r>
            <a:endParaRPr lang="en-US" sz="1333" dirty="0"/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the price history.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243072" y="408432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133" dirty="0"/>
          </a:p>
        </p:txBody>
      </p:sp>
      <p:sp>
        <p:nvSpPr>
          <p:cNvPr id="30" name="Text 28"/>
          <p:cNvSpPr/>
          <p:nvPr/>
        </p:nvSpPr>
        <p:spPr>
          <a:xfrm>
            <a:off x="5986272" y="408432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133" dirty="0"/>
          </a:p>
        </p:txBody>
      </p:sp>
      <p:sp>
        <p:nvSpPr>
          <p:cNvPr id="31" name="Text 29"/>
          <p:cNvSpPr/>
          <p:nvPr/>
        </p:nvSpPr>
        <p:spPr>
          <a:xfrm>
            <a:off x="8729472" y="408432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133" dirty="0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9AB74844-CC1E-168B-A858-54F469170998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Iteration: Stacking Ensemble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10850880" y="2438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733" b="1" dirty="0">
                <a:solidFill>
                  <a:srgbClr val="DBD5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733" dirty="0"/>
          </a:p>
        </p:txBody>
      </p:sp>
      <p:sp>
        <p:nvSpPr>
          <p:cNvPr id="6" name="Text 4"/>
          <p:cNvSpPr/>
          <p:nvPr/>
        </p:nvSpPr>
        <p:spPr>
          <a:xfrm>
            <a:off x="731520" y="1584960"/>
            <a:ext cx="1072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evaluating iterations 1–4 individually, the best-performing base models are combined into a stacking ensemble as the final model. A linear meta-learner is trained on out-of-fold predictions to learn the optimal weighting of each model’s contribution.</a:t>
            </a:r>
            <a:endParaRPr lang="en-US" sz="1533" dirty="0"/>
          </a:p>
        </p:txBody>
      </p:sp>
      <p:sp>
        <p:nvSpPr>
          <p:cNvPr id="7" name="Shape 5"/>
          <p:cNvSpPr/>
          <p:nvPr/>
        </p:nvSpPr>
        <p:spPr>
          <a:xfrm>
            <a:off x="731520" y="2621280"/>
            <a:ext cx="304800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8" name="Shape 6"/>
          <p:cNvSpPr/>
          <p:nvPr/>
        </p:nvSpPr>
        <p:spPr>
          <a:xfrm>
            <a:off x="731520" y="2621280"/>
            <a:ext cx="3048000" cy="73152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9" name="Text 7"/>
          <p:cNvSpPr/>
          <p:nvPr/>
        </p:nvSpPr>
        <p:spPr>
          <a:xfrm>
            <a:off x="975360" y="2865120"/>
            <a:ext cx="2560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</a:t>
            </a:r>
            <a:endParaRPr lang="en-US" sz="2000" dirty="0"/>
          </a:p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75360" y="3596640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67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NON-LINEARITY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5360" y="3962400"/>
            <a:ext cx="256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non-linear feature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interactions. Resists noise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redundant features.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84320" y="2621280"/>
            <a:ext cx="304800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3" name="Shape 11"/>
          <p:cNvSpPr/>
          <p:nvPr/>
        </p:nvSpPr>
        <p:spPr>
          <a:xfrm>
            <a:off x="4084320" y="2621280"/>
            <a:ext cx="3048000" cy="73152"/>
          </a:xfrm>
          <a:prstGeom prst="rect">
            <a:avLst/>
          </a:prstGeom>
          <a:solidFill>
            <a:srgbClr val="2A2A72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14" name="Text 12"/>
          <p:cNvSpPr/>
          <p:nvPr/>
        </p:nvSpPr>
        <p:spPr>
          <a:xfrm>
            <a:off x="4328160" y="2865120"/>
            <a:ext cx="2560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28160" y="3596640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67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28160" y="3962400"/>
            <a:ext cx="256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Sequential error-correction.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subtle patterns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others miss.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37120" y="2621280"/>
            <a:ext cx="304800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8" name="Shape 16"/>
          <p:cNvSpPr/>
          <p:nvPr/>
        </p:nvSpPr>
        <p:spPr>
          <a:xfrm>
            <a:off x="7437120" y="2621280"/>
            <a:ext cx="3048000" cy="73152"/>
          </a:xfrm>
          <a:prstGeom prst="rect">
            <a:avLst/>
          </a:prstGeom>
          <a:solidFill>
            <a:srgbClr val="DBD56E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19" name="Text 17"/>
          <p:cNvSpPr/>
          <p:nvPr/>
        </p:nvSpPr>
        <p:spPr>
          <a:xfrm>
            <a:off x="7680960" y="2865120"/>
            <a:ext cx="2560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80960" y="3596640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67" dirty="0">
                <a:solidFill>
                  <a:srgbClr val="DBD5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3962400"/>
            <a:ext cx="256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long-range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dependencies in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price history.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89920" y="2621280"/>
            <a:ext cx="853440" cy="2682240"/>
          </a:xfrm>
          <a:prstGeom prst="rect">
            <a:avLst/>
          </a:prstGeom>
          <a:solidFill>
            <a:srgbClr val="2A2A72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3" name="Text 21"/>
          <p:cNvSpPr/>
          <p:nvPr/>
        </p:nvSpPr>
        <p:spPr>
          <a:xfrm>
            <a:off x="10789920" y="2804160"/>
            <a:ext cx="85344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3" b="1" kern="0" spc="2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733" dirty="0"/>
          </a:p>
          <a:p>
            <a:pPr algn="ctr">
              <a:lnSpc>
                <a:spcPct val="130000"/>
              </a:lnSpc>
            </a:pPr>
            <a:r>
              <a:rPr lang="en-US" sz="1733" b="1" kern="0" spc="2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endParaRPr lang="en-US" sz="1733" dirty="0"/>
          </a:p>
          <a:p>
            <a:pPr algn="ctr">
              <a:lnSpc>
                <a:spcPct val="130000"/>
              </a:lnSpc>
            </a:pPr>
            <a:r>
              <a:rPr lang="en-US" sz="1733" b="1" kern="0" spc="2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733" dirty="0"/>
          </a:p>
          <a:p>
            <a:pPr algn="ctr">
              <a:lnSpc>
                <a:spcPct val="130000"/>
              </a:lnSpc>
            </a:pPr>
            <a:r>
              <a:rPr lang="en-US" sz="1733" b="1" kern="0" spc="2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733" dirty="0"/>
          </a:p>
          <a:p>
            <a:pPr algn="ctr">
              <a:lnSpc>
                <a:spcPct val="130000"/>
              </a:lnSpc>
            </a:pPr>
            <a:r>
              <a:rPr lang="en-US" sz="1733" b="1" kern="0" spc="2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731520" y="5547360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one model underperforms in a given market regime, the others compensate — producing more consistent predictions across different conditions than any single model alone.</a:t>
            </a:r>
            <a:endParaRPr lang="en-US" sz="1400" dirty="0"/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7B18C49F-BCD9-F627-739F-5E27721551D6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Metrics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10850880" y="2438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733" b="1" dirty="0">
                <a:solidFill>
                  <a:srgbClr val="DBD5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733" dirty="0"/>
          </a:p>
        </p:txBody>
      </p:sp>
      <p:sp>
        <p:nvSpPr>
          <p:cNvPr id="6" name="Shape 4"/>
          <p:cNvSpPr/>
          <p:nvPr/>
        </p:nvSpPr>
        <p:spPr>
          <a:xfrm>
            <a:off x="731520" y="1584960"/>
            <a:ext cx="505968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7" name="Text 5"/>
          <p:cNvSpPr/>
          <p:nvPr/>
        </p:nvSpPr>
        <p:spPr>
          <a:xfrm>
            <a:off x="975360" y="1731264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975360" y="213360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percentage of correct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 / DOWN predictions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584960"/>
            <a:ext cx="505968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0" name="Text 8"/>
          <p:cNvSpPr/>
          <p:nvPr/>
        </p:nvSpPr>
        <p:spPr>
          <a:xfrm>
            <a:off x="6644640" y="1731264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6644640" y="213360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predicted UPs, how many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were actually 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169920"/>
            <a:ext cx="505968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3" name="Text 11"/>
          <p:cNvSpPr/>
          <p:nvPr/>
        </p:nvSpPr>
        <p:spPr>
          <a:xfrm>
            <a:off x="975360" y="3316224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975360" y="371856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actual UP days, how many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correctly identified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3169920"/>
            <a:ext cx="505968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6" name="Text 14"/>
          <p:cNvSpPr/>
          <p:nvPr/>
        </p:nvSpPr>
        <p:spPr>
          <a:xfrm>
            <a:off x="6644640" y="3316224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A2A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 Score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6644640" y="371856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Harmonic mean of Precision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Recall — primary metric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693920"/>
            <a:ext cx="1072896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9" name="Shape 17"/>
          <p:cNvSpPr/>
          <p:nvPr/>
        </p:nvSpPr>
        <p:spPr>
          <a:xfrm>
            <a:off x="731520" y="4693920"/>
            <a:ext cx="73152" cy="1036320"/>
          </a:xfrm>
          <a:prstGeom prst="rect">
            <a:avLst/>
          </a:prstGeom>
          <a:solidFill>
            <a:srgbClr val="DBD56E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0" name="Text 18"/>
          <p:cNvSpPr/>
          <p:nvPr/>
        </p:nvSpPr>
        <p:spPr>
          <a:xfrm>
            <a:off x="1097280" y="4815840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Confusion Matrix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1097280" y="5181600"/>
            <a:ext cx="999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breakdown of correct and incorrect predictions for both UP and DOWN classes. Reveals whether the model struggles more with false positives or false negatives.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974080"/>
            <a:ext cx="1072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models benchmarked against the ~50% random baseline.</a:t>
            </a:r>
            <a:endParaRPr lang="en-US" sz="1333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6723BF5C-B0E0-08A7-2CB6-AC6480196921}"/>
              </a:ext>
            </a:extLst>
          </p:cNvPr>
          <p:cNvSpPr/>
          <p:nvPr/>
        </p:nvSpPr>
        <p:spPr>
          <a:xfrm>
            <a:off x="731520" y="3169920"/>
            <a:ext cx="73152" cy="1219200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54109790-D73C-C9F1-8CE6-75E0A24C2F74}"/>
              </a:ext>
            </a:extLst>
          </p:cNvPr>
          <p:cNvSpPr/>
          <p:nvPr/>
        </p:nvSpPr>
        <p:spPr>
          <a:xfrm>
            <a:off x="731520" y="1584960"/>
            <a:ext cx="73152" cy="1219200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F4C64DE8-835C-E714-EBC8-AEA54FDED597}"/>
              </a:ext>
            </a:extLst>
          </p:cNvPr>
          <p:cNvSpPr/>
          <p:nvPr/>
        </p:nvSpPr>
        <p:spPr>
          <a:xfrm>
            <a:off x="6400800" y="1584960"/>
            <a:ext cx="73152" cy="1219200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0DB04747-B6D4-7E51-3433-4319C5E164E4}"/>
              </a:ext>
            </a:extLst>
          </p:cNvPr>
          <p:cNvSpPr/>
          <p:nvPr/>
        </p:nvSpPr>
        <p:spPr>
          <a:xfrm>
            <a:off x="6400800" y="3169920"/>
            <a:ext cx="73152" cy="1219200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A980689D-FEAE-F708-71A3-B6FA3DB633B8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Architecture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10850880" y="2438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733" b="1" dirty="0">
                <a:solidFill>
                  <a:srgbClr val="DBD5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733" dirty="0"/>
          </a:p>
        </p:txBody>
      </p:sp>
      <p:sp>
        <p:nvSpPr>
          <p:cNvPr id="6" name="Shape 4"/>
          <p:cNvSpPr/>
          <p:nvPr/>
        </p:nvSpPr>
        <p:spPr>
          <a:xfrm>
            <a:off x="731520" y="1584960"/>
            <a:ext cx="3291840" cy="2804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7" name="Shape 5"/>
          <p:cNvSpPr/>
          <p:nvPr/>
        </p:nvSpPr>
        <p:spPr>
          <a:xfrm>
            <a:off x="731520" y="1584960"/>
            <a:ext cx="3291840" cy="73152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188976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5360" y="262128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</a:t>
            </a:r>
            <a:endParaRPr lang="en-US" sz="1867" dirty="0"/>
          </a:p>
        </p:txBody>
      </p:sp>
      <p:sp>
        <p:nvSpPr>
          <p:cNvPr id="10" name="Text 7"/>
          <p:cNvSpPr/>
          <p:nvPr/>
        </p:nvSpPr>
        <p:spPr>
          <a:xfrm>
            <a:off x="914400" y="3108960"/>
            <a:ext cx="29260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 database stores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processed features, labels,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model predictions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72128" y="2621280"/>
            <a:ext cx="42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667" dirty="0"/>
          </a:p>
        </p:txBody>
      </p:sp>
      <p:sp>
        <p:nvSpPr>
          <p:cNvPr id="12" name="Shape 9"/>
          <p:cNvSpPr/>
          <p:nvPr/>
        </p:nvSpPr>
        <p:spPr>
          <a:xfrm>
            <a:off x="4450080" y="1584960"/>
            <a:ext cx="3291840" cy="2804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3" name="Shape 10"/>
          <p:cNvSpPr/>
          <p:nvPr/>
        </p:nvSpPr>
        <p:spPr>
          <a:xfrm>
            <a:off x="4450080" y="1584960"/>
            <a:ext cx="3291840" cy="73152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816" y="1889760"/>
            <a:ext cx="609600" cy="609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93920" y="262128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Layer</a:t>
            </a:r>
            <a:endParaRPr lang="en-US" sz="1867" dirty="0"/>
          </a:p>
        </p:txBody>
      </p:sp>
      <p:sp>
        <p:nvSpPr>
          <p:cNvPr id="16" name="Text 12"/>
          <p:cNvSpPr/>
          <p:nvPr/>
        </p:nvSpPr>
        <p:spPr>
          <a:xfrm>
            <a:off x="4632960" y="3108960"/>
            <a:ext cx="29260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Trained model writes to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predictions table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each run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790688" y="2621280"/>
            <a:ext cx="42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09F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667" dirty="0"/>
          </a:p>
        </p:txBody>
      </p:sp>
      <p:sp>
        <p:nvSpPr>
          <p:cNvPr id="18" name="Shape 14"/>
          <p:cNvSpPr/>
          <p:nvPr/>
        </p:nvSpPr>
        <p:spPr>
          <a:xfrm>
            <a:off x="8168640" y="1584960"/>
            <a:ext cx="3291840" cy="2804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19" name="Shape 15"/>
          <p:cNvSpPr/>
          <p:nvPr/>
        </p:nvSpPr>
        <p:spPr>
          <a:xfrm>
            <a:off x="8168640" y="1584960"/>
            <a:ext cx="3291840" cy="73152"/>
          </a:xfrm>
          <a:prstGeom prst="rect">
            <a:avLst/>
          </a:prstGeom>
          <a:solidFill>
            <a:srgbClr val="009FFD"/>
          </a:solidFill>
          <a:ln/>
        </p:spPr>
        <p:txBody>
          <a:bodyPr/>
          <a:lstStyle/>
          <a:p>
            <a:endParaRPr lang="hu-HU" sz="24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5376" y="1889760"/>
            <a:ext cx="609600" cy="609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262128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2325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</a:t>
            </a:r>
            <a:endParaRPr lang="en-US" sz="1867" dirty="0"/>
          </a:p>
        </p:txBody>
      </p:sp>
      <p:sp>
        <p:nvSpPr>
          <p:cNvPr id="22" name="Text 17"/>
          <p:cNvSpPr/>
          <p:nvPr/>
        </p:nvSpPr>
        <p:spPr>
          <a:xfrm>
            <a:off x="8351520" y="3108960"/>
            <a:ext cx="29260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dashboard reads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predictions directly from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 — always up to date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31520" y="4754880"/>
            <a:ext cx="10728960" cy="1036320"/>
          </a:xfrm>
          <a:prstGeom prst="rect">
            <a:avLst/>
          </a:prstGeom>
          <a:solidFill>
            <a:srgbClr val="2A2A72"/>
          </a:solidFill>
          <a:ln/>
        </p:spPr>
        <p:txBody>
          <a:bodyPr/>
          <a:lstStyle/>
          <a:p>
            <a:endParaRPr lang="hu-HU" sz="240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" y="493776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67840" y="4754880"/>
            <a:ext cx="93878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Containerised with Docker Compose</a:t>
            </a:r>
            <a:r>
              <a:rPr lang="en-US" sz="14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Fully portable across machines  ·  Poetry lock file  ·  README with instructions</a:t>
            </a:r>
            <a:endParaRPr lang="en-US" sz="1600" dirty="0"/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D87B0F14-3238-4419-AEDF-2EDF1DD17463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B6403B-BAB2-4F0B-8628-2C7D284E65A5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9864A-C56A-4DFB-A84A-C96853B8F108}"/>
              </a:ext>
            </a:extLst>
          </p:cNvPr>
          <p:cNvSpPr txBox="1"/>
          <p:nvPr/>
        </p:nvSpPr>
        <p:spPr>
          <a:xfrm>
            <a:off x="10414000" y="508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>
                <a:solidFill>
                  <a:srgbClr val="DBD56E"/>
                </a:solidFill>
                <a:latin typeface="Montserrat"/>
              </a:rPr>
              <a:t>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A597C-D7BC-4426-B7A7-635C387D7F9B}"/>
              </a:ext>
            </a:extLst>
          </p:cNvPr>
          <p:cNvSpPr txBox="1"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100" b="1">
                <a:solidFill>
                  <a:srgbClr val="009FFD"/>
                </a:solidFill>
                <a:latin typeface="Montserrat"/>
              </a:rPr>
              <a:t>SECTION 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F553B-89AC-4BD5-92E7-7EDC945CDB4D}"/>
              </a:ext>
            </a:extLst>
          </p:cNvPr>
          <p:cNvSpPr txBox="1"/>
          <p:nvPr/>
        </p:nvSpPr>
        <p:spPr>
          <a:xfrm>
            <a:off x="762000" y="1143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>
                <a:solidFill>
                  <a:srgbClr val="1A1A2E"/>
                </a:solidFill>
                <a:latin typeface="Montserrat"/>
              </a:rPr>
              <a:t>Project Timeline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2C8E4-C75F-4484-AD70-BC7353964077}"/>
              </a:ext>
            </a:extLst>
          </p:cNvPr>
          <p:cNvSpPr/>
          <p:nvPr/>
        </p:nvSpPr>
        <p:spPr>
          <a:xfrm>
            <a:off x="762000" y="20320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439C03-E2B0-4387-B23E-15E45370A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97565"/>
              </p:ext>
            </p:extLst>
          </p:nvPr>
        </p:nvGraphicFramePr>
        <p:xfrm>
          <a:off x="762000" y="2476500"/>
          <a:ext cx="10858500" cy="307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103975868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32600121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412309107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553849045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420314278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Week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Key tasks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Deliverable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Deadline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30607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Architecture &amp; proposal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ML modelling, app architecture, proposal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Proposal, model notebook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Tue — proposal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9579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Data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Data pipeline, DB setup, dashboard 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Pipeline, DB scripts, 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Fri — retro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532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Containerisation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Docker, design report, legal compliance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Docker files, design + legal report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Fri — design report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7174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Integration &amp;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Unit tests (80%), dashboard, fine-tuning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Tested app, coverage, README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Fri — retro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22069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Finalise &amp; present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Final presentation, peer feedback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Live demo, all deliverables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Thu — final pres.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595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891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0480C2-0B6B-4D7D-A469-CDB2CEC75D55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890F6-4BFD-4119-90C5-E599D160C1A9}"/>
              </a:ext>
            </a:extLst>
          </p:cNvPr>
          <p:cNvSpPr txBox="1"/>
          <p:nvPr/>
        </p:nvSpPr>
        <p:spPr>
          <a:xfrm>
            <a:off x="10414000" y="508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>
                <a:solidFill>
                  <a:srgbClr val="DBD56E"/>
                </a:solidFill>
                <a:latin typeface="Montserrat"/>
              </a:rPr>
              <a:t>06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912CD-88BF-4C23-A1C2-83F5D74FFF25}"/>
              </a:ext>
            </a:extLst>
          </p:cNvPr>
          <p:cNvSpPr txBox="1"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100" b="1">
                <a:solidFill>
                  <a:srgbClr val="009FFD"/>
                </a:solidFill>
                <a:latin typeface="Montserrat"/>
              </a:rPr>
              <a:t>SECTION 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726D-9132-4F3E-8711-8E52208A5D27}"/>
              </a:ext>
            </a:extLst>
          </p:cNvPr>
          <p:cNvSpPr txBox="1"/>
          <p:nvPr/>
        </p:nvSpPr>
        <p:spPr>
          <a:xfrm>
            <a:off x="762000" y="1143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 dirty="0">
                <a:solidFill>
                  <a:srgbClr val="1A1A2E"/>
                </a:solidFill>
                <a:latin typeface="Montserrat"/>
              </a:rPr>
              <a:t>Team </a:t>
            </a:r>
            <a:r>
              <a:rPr lang="nl-NL" sz="3600" b="1" dirty="0" err="1">
                <a:solidFill>
                  <a:srgbClr val="1A1A2E"/>
                </a:solidFill>
                <a:latin typeface="Montserrat"/>
              </a:rPr>
              <a:t>Contributions</a:t>
            </a:r>
            <a:endParaRPr lang="nl-NL" sz="3600" b="1" dirty="0">
              <a:solidFill>
                <a:srgbClr val="1A1A2E"/>
              </a:solidFill>
              <a:latin typeface="Montserra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8FE56C-56A1-454C-9DE7-89F52C664B72}"/>
              </a:ext>
            </a:extLst>
          </p:cNvPr>
          <p:cNvSpPr/>
          <p:nvPr/>
        </p:nvSpPr>
        <p:spPr>
          <a:xfrm>
            <a:off x="829375" y="20320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D5EE62-5BB7-4E7D-A734-694054030120}"/>
              </a:ext>
            </a:extLst>
          </p:cNvPr>
          <p:cNvSpPr/>
          <p:nvPr/>
        </p:nvSpPr>
        <p:spPr>
          <a:xfrm>
            <a:off x="762000" y="2476500"/>
            <a:ext cx="51435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4C8DAF-3997-46F9-8C64-872DA6064AF7}"/>
              </a:ext>
            </a:extLst>
          </p:cNvPr>
          <p:cNvSpPr/>
          <p:nvPr/>
        </p:nvSpPr>
        <p:spPr>
          <a:xfrm>
            <a:off x="762000" y="2476500"/>
            <a:ext cx="63500" cy="15875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2B746-0B35-43F3-82AA-B67D3C98EE01}"/>
              </a:ext>
            </a:extLst>
          </p:cNvPr>
          <p:cNvSpPr txBox="1"/>
          <p:nvPr/>
        </p:nvSpPr>
        <p:spPr>
          <a:xfrm>
            <a:off x="990600" y="2654300"/>
            <a:ext cx="476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500" b="1">
                <a:solidFill>
                  <a:srgbClr val="1A1A2E"/>
                </a:solidFill>
                <a:latin typeface="Montserrat"/>
              </a:rPr>
              <a:t>Lucan den Dekker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D8D8C-92B9-421C-8934-709B880A9C2D}"/>
              </a:ext>
            </a:extLst>
          </p:cNvPr>
          <p:cNvSpPr txBox="1"/>
          <p:nvPr/>
        </p:nvSpPr>
        <p:spPr>
          <a:xfrm>
            <a:off x="990600" y="2959100"/>
            <a:ext cx="476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2A2A72"/>
                </a:solidFill>
                <a:latin typeface="Montserrat"/>
              </a:rPr>
              <a:t>APP DESIGN &amp; DEVELOPMENT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D9FDB-A3CF-4873-AF4D-76A47A8038CE}"/>
              </a:ext>
            </a:extLst>
          </p:cNvPr>
          <p:cNvSpPr txBox="1"/>
          <p:nvPr/>
        </p:nvSpPr>
        <p:spPr>
          <a:xfrm>
            <a:off x="990600" y="3213100"/>
            <a:ext cx="47625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200">
                <a:solidFill>
                  <a:srgbClr val="232528"/>
                </a:solidFill>
                <a:latin typeface="Montserrat"/>
              </a:rPr>
              <a:t>•  Application design document
•  Application development</a:t>
            </a:r>
            <a:endParaRPr lang="nl-NL" sz="1200">
              <a:solidFill>
                <a:srgbClr val="232528"/>
              </a:solidFill>
              <a:latin typeface="Montserra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C12033-957C-4E78-99A2-83E05216A357}"/>
              </a:ext>
            </a:extLst>
          </p:cNvPr>
          <p:cNvSpPr/>
          <p:nvPr/>
        </p:nvSpPr>
        <p:spPr>
          <a:xfrm>
            <a:off x="6223000" y="2476500"/>
            <a:ext cx="51435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9D6819-0883-4458-843C-03B32529D8A3}"/>
              </a:ext>
            </a:extLst>
          </p:cNvPr>
          <p:cNvSpPr/>
          <p:nvPr/>
        </p:nvSpPr>
        <p:spPr>
          <a:xfrm>
            <a:off x="6223000" y="2476500"/>
            <a:ext cx="63500" cy="1587500"/>
          </a:xfrm>
          <a:prstGeom prst="rect">
            <a:avLst/>
          </a:prstGeom>
          <a:solidFill>
            <a:srgbClr val="009F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24291-F7DA-4F32-BDB6-99B330A4D746}"/>
              </a:ext>
            </a:extLst>
          </p:cNvPr>
          <p:cNvSpPr txBox="1"/>
          <p:nvPr/>
        </p:nvSpPr>
        <p:spPr>
          <a:xfrm>
            <a:off x="6451600" y="2654300"/>
            <a:ext cx="476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500" b="1">
                <a:solidFill>
                  <a:srgbClr val="1A1A2E"/>
                </a:solidFill>
                <a:latin typeface="Montserrat"/>
              </a:rPr>
              <a:t>Qusai Al Qusaily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023123-5A64-41FF-BDA5-1733858AF958}"/>
              </a:ext>
            </a:extLst>
          </p:cNvPr>
          <p:cNvSpPr txBox="1"/>
          <p:nvPr/>
        </p:nvSpPr>
        <p:spPr>
          <a:xfrm>
            <a:off x="6451600" y="2959100"/>
            <a:ext cx="476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009FFD"/>
                </a:solidFill>
                <a:latin typeface="Montserrat"/>
              </a:rPr>
              <a:t>DATABASE LEAD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7BBF8B-9B14-4078-8381-C67FA306A0DB}"/>
              </a:ext>
            </a:extLst>
          </p:cNvPr>
          <p:cNvSpPr txBox="1"/>
          <p:nvPr/>
        </p:nvSpPr>
        <p:spPr>
          <a:xfrm>
            <a:off x="6451600" y="3213100"/>
            <a:ext cx="47625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200">
                <a:solidFill>
                  <a:srgbClr val="232528"/>
                </a:solidFill>
                <a:latin typeface="Montserrat"/>
              </a:rPr>
              <a:t>•  Database management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8D37D9-B79D-4340-9BAF-8B94C1F9FC98}"/>
              </a:ext>
            </a:extLst>
          </p:cNvPr>
          <p:cNvSpPr/>
          <p:nvPr/>
        </p:nvSpPr>
        <p:spPr>
          <a:xfrm>
            <a:off x="762000" y="4216400"/>
            <a:ext cx="51435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2B4EEE-5E65-4B03-AAEB-B2F512A81BAB}"/>
              </a:ext>
            </a:extLst>
          </p:cNvPr>
          <p:cNvSpPr/>
          <p:nvPr/>
        </p:nvSpPr>
        <p:spPr>
          <a:xfrm>
            <a:off x="762000" y="4216400"/>
            <a:ext cx="63500" cy="1587500"/>
          </a:xfrm>
          <a:prstGeom prst="rect">
            <a:avLst/>
          </a:prstGeom>
          <a:solidFill>
            <a:srgbClr val="0B8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74E153-9884-4104-8071-5143C07306E9}"/>
              </a:ext>
            </a:extLst>
          </p:cNvPr>
          <p:cNvSpPr txBox="1"/>
          <p:nvPr/>
        </p:nvSpPr>
        <p:spPr>
          <a:xfrm>
            <a:off x="990600" y="4394200"/>
            <a:ext cx="476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500" b="1">
                <a:solidFill>
                  <a:srgbClr val="1A1A2E"/>
                </a:solidFill>
                <a:latin typeface="Montserrat"/>
              </a:rPr>
              <a:t>Timur Kambarov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72AE4E-A605-4EE5-85F5-7B9C61E67F46}"/>
              </a:ext>
            </a:extLst>
          </p:cNvPr>
          <p:cNvSpPr txBox="1"/>
          <p:nvPr/>
        </p:nvSpPr>
        <p:spPr>
          <a:xfrm>
            <a:off x="990600" y="4699000"/>
            <a:ext cx="476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0B8FB0"/>
                </a:solidFill>
                <a:latin typeface="Montserrat"/>
              </a:rPr>
              <a:t>DATA ENGINEERING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840896-F106-4F01-BD29-8FB3C8806135}"/>
              </a:ext>
            </a:extLst>
          </p:cNvPr>
          <p:cNvSpPr txBox="1"/>
          <p:nvPr/>
        </p:nvSpPr>
        <p:spPr>
          <a:xfrm>
            <a:off x="990600" y="4953000"/>
            <a:ext cx="47625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200">
                <a:solidFill>
                  <a:srgbClr val="232528"/>
                </a:solidFill>
                <a:latin typeface="Montserrat"/>
              </a:rPr>
              <a:t>•  Data processing pipelines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F9E9C9-01AB-4721-B5BE-38FC532DF05F}"/>
              </a:ext>
            </a:extLst>
          </p:cNvPr>
          <p:cNvSpPr/>
          <p:nvPr/>
        </p:nvSpPr>
        <p:spPr>
          <a:xfrm>
            <a:off x="6223000" y="4216400"/>
            <a:ext cx="51435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7B26A8-C498-4E7D-9CA2-9E606F2F670F}"/>
              </a:ext>
            </a:extLst>
          </p:cNvPr>
          <p:cNvSpPr/>
          <p:nvPr/>
        </p:nvSpPr>
        <p:spPr>
          <a:xfrm>
            <a:off x="6223000" y="4216400"/>
            <a:ext cx="63500" cy="1587500"/>
          </a:xfrm>
          <a:prstGeom prst="rect">
            <a:avLst/>
          </a:prstGeom>
          <a:solidFill>
            <a:srgbClr val="2325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2CAE66-F63A-4224-A5F7-2433C32CBF36}"/>
              </a:ext>
            </a:extLst>
          </p:cNvPr>
          <p:cNvSpPr txBox="1"/>
          <p:nvPr/>
        </p:nvSpPr>
        <p:spPr>
          <a:xfrm>
            <a:off x="6451600" y="4394200"/>
            <a:ext cx="476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500" b="1">
                <a:solidFill>
                  <a:srgbClr val="1A1A2E"/>
                </a:solidFill>
                <a:latin typeface="Montserrat"/>
              </a:rPr>
              <a:t>Gádor &amp; Gergely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37C7BA-0F83-4D98-9540-192BD1DE38D4}"/>
              </a:ext>
            </a:extLst>
          </p:cNvPr>
          <p:cNvSpPr txBox="1"/>
          <p:nvPr/>
        </p:nvSpPr>
        <p:spPr>
          <a:xfrm>
            <a:off x="6451600" y="4699000"/>
            <a:ext cx="476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232528"/>
                </a:solidFill>
                <a:latin typeface="Montserrat"/>
              </a:rPr>
              <a:t>COMPLIANCE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B39C8E-0FE7-4BCD-8D54-6EE9DA12A25A}"/>
              </a:ext>
            </a:extLst>
          </p:cNvPr>
          <p:cNvSpPr txBox="1"/>
          <p:nvPr/>
        </p:nvSpPr>
        <p:spPr>
          <a:xfrm>
            <a:off x="6451600" y="4953000"/>
            <a:ext cx="47625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200">
                <a:solidFill>
                  <a:srgbClr val="232528"/>
                </a:solidFill>
                <a:latin typeface="Montserrat"/>
              </a:rPr>
              <a:t>•  Legal compliance report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862EF4-9F3E-48A4-8629-9669DEE5EAEF}"/>
              </a:ext>
            </a:extLst>
          </p:cNvPr>
          <p:cNvSpPr/>
          <p:nvPr/>
        </p:nvSpPr>
        <p:spPr>
          <a:xfrm>
            <a:off x="762000" y="5956300"/>
            <a:ext cx="10604500" cy="889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BC26D7-E57E-48AA-9BAA-68ADD5F4341C}"/>
              </a:ext>
            </a:extLst>
          </p:cNvPr>
          <p:cNvSpPr txBox="1"/>
          <p:nvPr/>
        </p:nvSpPr>
        <p:spPr>
          <a:xfrm>
            <a:off x="990600" y="61087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DBD56E"/>
                </a:solidFill>
                <a:latin typeface="Montserrat"/>
              </a:rPr>
              <a:t>SHARED BY ALL MEMBERS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78730B-81D2-440C-B98C-1BC45E0836B5}"/>
              </a:ext>
            </a:extLst>
          </p:cNvPr>
          <p:cNvSpPr txBox="1"/>
          <p:nvPr/>
        </p:nvSpPr>
        <p:spPr>
          <a:xfrm>
            <a:off x="990600" y="6337300"/>
            <a:ext cx="1016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200" dirty="0">
                <a:solidFill>
                  <a:srgbClr val="FFFFFF"/>
                </a:solidFill>
                <a:latin typeface="Montserrat"/>
              </a:rPr>
              <a:t>Project </a:t>
            </a:r>
            <a:r>
              <a:rPr lang="nl-NL" sz="1200" dirty="0" err="1">
                <a:solidFill>
                  <a:srgbClr val="FFFFFF"/>
                </a:solidFill>
                <a:latin typeface="Montserrat"/>
              </a:rPr>
              <a:t>proposal</a:t>
            </a:r>
            <a:r>
              <a:rPr lang="nl-NL" sz="1200" dirty="0">
                <a:solidFill>
                  <a:srgbClr val="FFFFFF"/>
                </a:solidFill>
                <a:latin typeface="Montserrat"/>
              </a:rPr>
              <a:t>  •  ML model development  •  Modular code  •  Unit </a:t>
            </a:r>
            <a:r>
              <a:rPr lang="nl-NL" sz="1200" dirty="0" err="1">
                <a:solidFill>
                  <a:srgbClr val="FFFFFF"/>
                </a:solidFill>
                <a:latin typeface="Montserrat"/>
              </a:rPr>
              <a:t>testing</a:t>
            </a:r>
            <a:r>
              <a:rPr lang="nl-NL" sz="1200" dirty="0">
                <a:solidFill>
                  <a:srgbClr val="FFFFFF"/>
                </a:solidFill>
                <a:latin typeface="Montserrat"/>
              </a:rPr>
              <a:t> &amp; </a:t>
            </a:r>
            <a:r>
              <a:rPr lang="nl-NL" sz="1200" dirty="0" err="1">
                <a:solidFill>
                  <a:srgbClr val="FFFFFF"/>
                </a:solidFill>
                <a:latin typeface="Montserrat"/>
              </a:rPr>
              <a:t>documentation</a:t>
            </a:r>
            <a:r>
              <a:rPr lang="nl-NL" sz="1200" dirty="0">
                <a:solidFill>
                  <a:srgbClr val="FFFFFF"/>
                </a:solidFill>
                <a:latin typeface="Montserrat"/>
              </a:rPr>
              <a:t>  •  </a:t>
            </a:r>
            <a:r>
              <a:rPr lang="nl-NL" sz="1200" dirty="0" err="1">
                <a:solidFill>
                  <a:srgbClr val="FFFFFF"/>
                </a:solidFill>
                <a:latin typeface="Montserrat"/>
              </a:rPr>
              <a:t>Final</a:t>
            </a:r>
            <a:r>
              <a:rPr lang="nl-NL" sz="120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nl-NL" sz="1200" dirty="0" err="1">
                <a:solidFill>
                  <a:srgbClr val="FFFFFF"/>
                </a:solidFill>
                <a:latin typeface="Montserrat"/>
              </a:rPr>
              <a:t>presentation</a:t>
            </a:r>
            <a:endParaRPr lang="nl-NL" sz="1200" dirty="0">
              <a:solidFill>
                <a:srgbClr val="FFFFF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787304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C0D7E-E932-4406-973F-24E3C3B66834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BDB4E-D243-4BB3-9F38-EC055B52B8F4}"/>
              </a:ext>
            </a:extLst>
          </p:cNvPr>
          <p:cNvSpPr txBox="1"/>
          <p:nvPr/>
        </p:nvSpPr>
        <p:spPr>
          <a:xfrm>
            <a:off x="762000" y="1905000"/>
            <a:ext cx="889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GB" sz="1100" b="1" dirty="0">
                <a:solidFill>
                  <a:srgbClr val="009FFD"/>
                </a:solidFill>
                <a:latin typeface="Montserrat"/>
              </a:rPr>
              <a:t>THANK YOU FOR YOUR ATTENTION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82AF5-EB00-44E0-B7AF-60964D1B7C30}"/>
              </a:ext>
            </a:extLst>
          </p:cNvPr>
          <p:cNvSpPr txBox="1"/>
          <p:nvPr/>
        </p:nvSpPr>
        <p:spPr>
          <a:xfrm>
            <a:off x="762000" y="2349500"/>
            <a:ext cx="10160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GB" sz="7200" b="1" dirty="0">
                <a:solidFill>
                  <a:srgbClr val="1A1A2E"/>
                </a:solidFill>
                <a:latin typeface="Montserrat"/>
              </a:rPr>
              <a:t>Thank you</a:t>
            </a:r>
            <a:r>
              <a:rPr lang="en-GB" sz="7200" b="1" dirty="0">
                <a:solidFill>
                  <a:srgbClr val="2A2A72"/>
                </a:solidFill>
                <a:latin typeface="Montserrat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29BCB-2F9C-4697-A47E-265ED660B649}"/>
              </a:ext>
            </a:extLst>
          </p:cNvPr>
          <p:cNvSpPr txBox="1"/>
          <p:nvPr/>
        </p:nvSpPr>
        <p:spPr>
          <a:xfrm>
            <a:off x="762000" y="3619500"/>
            <a:ext cx="1016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GB" sz="2800" dirty="0">
                <a:solidFill>
                  <a:srgbClr val="232528"/>
                </a:solidFill>
                <a:latin typeface="Montserrat"/>
              </a:rPr>
              <a:t>Any questions?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BE3E17-2829-44AA-B3AA-6BB55223B418}"/>
              </a:ext>
            </a:extLst>
          </p:cNvPr>
          <p:cNvSpPr/>
          <p:nvPr/>
        </p:nvSpPr>
        <p:spPr>
          <a:xfrm>
            <a:off x="901700" y="4826000"/>
            <a:ext cx="762000" cy="38100"/>
          </a:xfrm>
          <a:prstGeom prst="rect">
            <a:avLst/>
          </a:prstGeom>
          <a:solidFill>
            <a:srgbClr val="009F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56EE5-3B29-42BB-B375-7998081FC497}"/>
              </a:ext>
            </a:extLst>
          </p:cNvPr>
          <p:cNvSpPr txBox="1"/>
          <p:nvPr/>
        </p:nvSpPr>
        <p:spPr>
          <a:xfrm>
            <a:off x="762000" y="5016500"/>
            <a:ext cx="573024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GB" sz="1200" dirty="0">
                <a:solidFill>
                  <a:srgbClr val="6B6B70"/>
                </a:solidFill>
                <a:latin typeface="Montserrat"/>
              </a:rPr>
              <a:t>Group Project Proposal  ·  Day to day stock price predictor</a:t>
            </a:r>
            <a:endParaRPr lang="en-GB" sz="1200" dirty="0">
              <a:solidFill>
                <a:srgbClr val="6B6B70"/>
              </a:solidFill>
            </a:endParaRPr>
          </a:p>
          <a:p>
            <a:r>
              <a:rPr lang="en-GB" sz="1200" dirty="0">
                <a:solidFill>
                  <a:srgbClr val="6B6B70"/>
                </a:solidFill>
              </a:rPr>
              <a:t>Dekker, Lucan den · </a:t>
            </a:r>
            <a:r>
              <a:rPr lang="en-GB" sz="1200" dirty="0" err="1">
                <a:solidFill>
                  <a:srgbClr val="6B6B70"/>
                </a:solidFill>
              </a:rPr>
              <a:t>Kambarov</a:t>
            </a:r>
            <a:r>
              <a:rPr lang="en-GB" sz="1200" dirty="0">
                <a:solidFill>
                  <a:srgbClr val="6B6B70"/>
                </a:solidFill>
              </a:rPr>
              <a:t>, Timur · </a:t>
            </a:r>
            <a:r>
              <a:rPr lang="en-GB" sz="1200" dirty="0" err="1">
                <a:solidFill>
                  <a:srgbClr val="6B6B70"/>
                </a:solidFill>
              </a:rPr>
              <a:t>Qusaily</a:t>
            </a:r>
            <a:r>
              <a:rPr lang="en-GB" sz="1200" dirty="0">
                <a:solidFill>
                  <a:srgbClr val="6B6B70"/>
                </a:solidFill>
              </a:rPr>
              <a:t>, Qusai Al · Gádor, Gergely</a:t>
            </a:r>
            <a:endParaRPr lang="en-GB" sz="1200" dirty="0">
              <a:solidFill>
                <a:srgbClr val="6B6B70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56256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490433431]">
  <a:themeElements>
    <a:clrScheme name="Office">
      <a:dk1>
        <a:srgbClr val="1A1A2E"/>
      </a:dk1>
      <a:lt1>
        <a:srgbClr val="F5F5F7"/>
      </a:lt1>
      <a:dk2>
        <a:srgbClr val="232528"/>
      </a:dk2>
      <a:lt2>
        <a:srgbClr val="E8E8EC"/>
      </a:lt2>
      <a:accent1>
        <a:srgbClr val="2A2A72"/>
      </a:accent1>
      <a:accent2>
        <a:srgbClr val="009FFD"/>
      </a:accent2>
      <a:accent3>
        <a:srgbClr val="DBD56E"/>
      </a:accent3>
      <a:accent4>
        <a:srgbClr val="232528"/>
      </a:accent4>
      <a:accent5>
        <a:srgbClr val="6B6BCB"/>
      </a:accent5>
      <a:accent6>
        <a:srgbClr val="4DC4FF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83CE96-87FE-4227-A21B-23859F3D5BC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6444b6d-4992-4898-8215-7806ae01d1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1172</Words>
  <Application>Microsoft Office PowerPoint</Application>
  <PresentationFormat>Widescreen</PresentationFormat>
  <Paragraphs>306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Montserrat</vt:lpstr>
      <vt:lpstr>Office Theme [1778490433431]</vt:lpstr>
      <vt:lpstr>Day to day stock price predictor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Dekker, Lucan den (251285)</dc:creator>
  <cp:lastModifiedBy>Gádor, Gergely (250713)</cp:lastModifiedBy>
  <cp:revision>10</cp:revision>
  <dcterms:created xsi:type="dcterms:W3CDTF">2026-05-11T08:44:56Z</dcterms:created>
  <dcterms:modified xsi:type="dcterms:W3CDTF">2026-05-12T09:07:05Z</dcterms:modified>
</cp:coreProperties>
</file>