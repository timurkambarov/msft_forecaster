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70" r:id="rId3"/>
    <p:sldId id="265" r:id="rId4"/>
    <p:sldId id="269" r:id="rId5"/>
    <p:sldId id="271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066B8-7A6B-454D-BB93-8D31D39752BD}" v="1" dt="2026-05-11T08:49:27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kker, Lucan den (251285)" userId="1d732119-8d80-4191-822c-0ac4f60f3b13" providerId="ADAL" clId="{C2F9B174-B582-4370-A158-424FA0A0E46D}"/>
    <pc:docChg chg="undo custSel addSld delSld modSld addMainMaster delMainMaster">
      <pc:chgData name="Dekker, Lucan den (251285)" userId="1d732119-8d80-4191-822c-0ac4f60f3b13" providerId="ADAL" clId="{C2F9B174-B582-4370-A158-424FA0A0E46D}" dt="2026-05-11T09:55:54.207" v="910" actId="1037"/>
      <pc:docMkLst>
        <pc:docMk/>
      </pc:docMkLst>
      <pc:sldChg chg="del">
        <pc:chgData name="Dekker, Lucan den (251285)" userId="1d732119-8d80-4191-822c-0ac4f60f3b13" providerId="ADAL" clId="{C2F9B174-B582-4370-A158-424FA0A0E46D}" dt="2026-05-11T09:07:14.090" v="1"/>
        <pc:sldMkLst>
          <pc:docMk/>
          <pc:sldMk cId="518228792" sldId="259"/>
        </pc:sldMkLst>
      </pc:sldChg>
      <pc:sldChg chg="add del">
        <pc:chgData name="Dekker, Lucan den (251285)" userId="1d732119-8d80-4191-822c-0ac4f60f3b13" providerId="ADAL" clId="{C2F9B174-B582-4370-A158-424FA0A0E46D}" dt="2026-05-11T09:07:21.660" v="3"/>
        <pc:sldMkLst>
          <pc:docMk/>
          <pc:sldMk cId="910307232" sldId="260"/>
        </pc:sldMkLst>
      </pc:sldChg>
      <pc:sldChg chg="addSp delSp modSp add mod">
        <pc:chgData name="Dekker, Lucan den (251285)" userId="1d732119-8d80-4191-822c-0ac4f60f3b13" providerId="ADAL" clId="{C2F9B174-B582-4370-A158-424FA0A0E46D}" dt="2026-05-11T09:33:33.611" v="726" actId="1076"/>
        <pc:sldMkLst>
          <pc:docMk/>
          <pc:sldMk cId="448307546" sldId="261"/>
        </pc:sldMkLst>
        <pc:spChg chg="mod">
          <ac:chgData name="Dekker, Lucan den (251285)" userId="1d732119-8d80-4191-822c-0ac4f60f3b13" providerId="ADAL" clId="{C2F9B174-B582-4370-A158-424FA0A0E46D}" dt="2026-05-11T09:07:21.778" v="5"/>
          <ac:spMkLst>
            <pc:docMk/>
            <pc:sldMk cId="448307546" sldId="261"/>
            <ac:spMk id="3" creationId="{E1A6A9D7-8AC6-43F5-BC94-822D54E74E5D}"/>
          </ac:spMkLst>
        </pc:spChg>
        <pc:spChg chg="mod">
          <ac:chgData name="Dekker, Lucan den (251285)" userId="1d732119-8d80-4191-822c-0ac4f60f3b13" providerId="ADAL" clId="{C2F9B174-B582-4370-A158-424FA0A0E46D}" dt="2026-05-11T09:07:21.779" v="7"/>
          <ac:spMkLst>
            <pc:docMk/>
            <pc:sldMk cId="448307546" sldId="261"/>
            <ac:spMk id="5" creationId="{08922BB5-994A-4A82-B221-3434983FB4EC}"/>
          </ac:spMkLst>
        </pc:spChg>
        <pc:spChg chg="mod">
          <ac:chgData name="Dekker, Lucan den (251285)" userId="1d732119-8d80-4191-822c-0ac4f60f3b13" providerId="ADAL" clId="{C2F9B174-B582-4370-A158-424FA0A0E46D}" dt="2026-05-11T09:07:21.780" v="9"/>
          <ac:spMkLst>
            <pc:docMk/>
            <pc:sldMk cId="448307546" sldId="261"/>
            <ac:spMk id="22" creationId="{FDA2D22C-9C8F-4DFD-BB83-E3B74DF6F575}"/>
          </ac:spMkLst>
        </pc:spChg>
        <pc:picChg chg="add mod modCrop">
          <ac:chgData name="Dekker, Lucan den (251285)" userId="1d732119-8d80-4191-822c-0ac4f60f3b13" providerId="ADAL" clId="{C2F9B174-B582-4370-A158-424FA0A0E46D}" dt="2026-05-11T09:33:33.611" v="726" actId="1076"/>
          <ac:picMkLst>
            <pc:docMk/>
            <pc:sldMk cId="448307546" sldId="261"/>
            <ac:picMk id="7" creationId="{1E11B272-FC52-5D44-B734-82CFD2BDF84D}"/>
          </ac:picMkLst>
        </pc:picChg>
        <pc:picChg chg="del">
          <ac:chgData name="Dekker, Lucan den (251285)" userId="1d732119-8d80-4191-822c-0ac4f60f3b13" providerId="ADAL" clId="{C2F9B174-B582-4370-A158-424FA0A0E46D}" dt="2026-05-11T09:18:47.044" v="10" actId="478"/>
          <ac:picMkLst>
            <pc:docMk/>
            <pc:sldMk cId="448307546" sldId="261"/>
            <ac:picMk id="24" creationId="{299E5DD3-B069-BEF3-15DC-F8BB277B3919}"/>
          </ac:picMkLst>
        </pc:picChg>
      </pc:sldChg>
      <pc:sldChg chg="addSp modSp new del mod">
        <pc:chgData name="Dekker, Lucan den (251285)" userId="1d732119-8d80-4191-822c-0ac4f60f3b13" providerId="ADAL" clId="{C2F9B174-B582-4370-A158-424FA0A0E46D}" dt="2026-05-11T09:20:28.082" v="56"/>
        <pc:sldMkLst>
          <pc:docMk/>
          <pc:sldMk cId="4114153849" sldId="262"/>
        </pc:sldMkLst>
        <pc:spChg chg="add mod">
          <ac:chgData name="Dekker, Lucan den (251285)" userId="1d732119-8d80-4191-822c-0ac4f60f3b13" providerId="ADAL" clId="{C2F9B174-B582-4370-A158-424FA0A0E46D}" dt="2026-05-11T09:20:09.865" v="31"/>
          <ac:spMkLst>
            <pc:docMk/>
            <pc:sldMk cId="4114153849" sldId="262"/>
            <ac:spMk id="2" creationId="{F6F86FF8-1CC3-42EA-96D7-435DB89E3274}"/>
          </ac:spMkLst>
        </pc:spChg>
        <pc:spChg chg="add mod">
          <ac:chgData name="Dekker, Lucan den (251285)" userId="1d732119-8d80-4191-822c-0ac4f60f3b13" providerId="ADAL" clId="{C2F9B174-B582-4370-A158-424FA0A0E46D}" dt="2026-05-11T09:20:09.872" v="37"/>
          <ac:spMkLst>
            <pc:docMk/>
            <pc:sldMk cId="4114153849" sldId="262"/>
            <ac:spMk id="3" creationId="{74C32973-80A3-4C13-8E5D-23CA74C42EFB}"/>
          </ac:spMkLst>
        </pc:spChg>
        <pc:spChg chg="add mod">
          <ac:chgData name="Dekker, Lucan den (251285)" userId="1d732119-8d80-4191-822c-0ac4f60f3b13" providerId="ADAL" clId="{C2F9B174-B582-4370-A158-424FA0A0E46D}" dt="2026-05-11T09:20:09.876" v="43"/>
          <ac:spMkLst>
            <pc:docMk/>
            <pc:sldMk cId="4114153849" sldId="262"/>
            <ac:spMk id="4" creationId="{12C954B9-FFFA-475D-BDC1-4D938FC64116}"/>
          </ac:spMkLst>
        </pc:spChg>
        <pc:spChg chg="add mod">
          <ac:chgData name="Dekker, Lucan den (251285)" userId="1d732119-8d80-4191-822c-0ac4f60f3b13" providerId="ADAL" clId="{C2F9B174-B582-4370-A158-424FA0A0E46D}" dt="2026-05-11T09:20:09.879" v="49"/>
          <ac:spMkLst>
            <pc:docMk/>
            <pc:sldMk cId="4114153849" sldId="262"/>
            <ac:spMk id="5" creationId="{3FEA888D-3F23-4B1C-B44E-B26DAA78178C}"/>
          </ac:spMkLst>
        </pc:spChg>
        <pc:spChg chg="add mod">
          <ac:chgData name="Dekker, Lucan den (251285)" userId="1d732119-8d80-4191-822c-0ac4f60f3b13" providerId="ADAL" clId="{C2F9B174-B582-4370-A158-424FA0A0E46D}" dt="2026-05-11T09:20:09.880" v="52"/>
          <ac:spMkLst>
            <pc:docMk/>
            <pc:sldMk cId="4114153849" sldId="262"/>
            <ac:spMk id="6" creationId="{455DD6F4-FEEF-48EA-8272-6D182FF8428D}"/>
          </ac:spMkLst>
        </pc:spChg>
        <pc:spChg chg="add mod">
          <ac:chgData name="Dekker, Lucan den (251285)" userId="1d732119-8d80-4191-822c-0ac4f60f3b13" providerId="ADAL" clId="{C2F9B174-B582-4370-A158-424FA0A0E46D}" dt="2026-05-11T09:20:09.881" v="54"/>
          <ac:spMkLst>
            <pc:docMk/>
            <pc:sldMk cId="4114153849" sldId="262"/>
            <ac:spMk id="7" creationId="{A5EC8086-C7E1-42AB-AC16-E33AB14C34E7}"/>
          </ac:spMkLst>
        </pc:spChg>
      </pc:sldChg>
      <pc:sldChg chg="modSp add del mod">
        <pc:chgData name="Dekker, Lucan den (251285)" userId="1d732119-8d80-4191-822c-0ac4f60f3b13" providerId="ADAL" clId="{C2F9B174-B582-4370-A158-424FA0A0E46D}" dt="2026-05-11T09:32:06.724" v="717"/>
        <pc:sldMkLst>
          <pc:docMk/>
          <pc:sldMk cId="1439244270" sldId="263"/>
        </pc:sldMkLst>
        <pc:spChg chg="mod">
          <ac:chgData name="Dekker, Lucan den (251285)" userId="1d732119-8d80-4191-822c-0ac4f60f3b13" providerId="ADAL" clId="{C2F9B174-B582-4370-A158-424FA0A0E46D}" dt="2026-05-11T09:20:28.110" v="58"/>
          <ac:spMkLst>
            <pc:docMk/>
            <pc:sldMk cId="1439244270" sldId="263"/>
            <ac:spMk id="7" creationId="{A5EC8086-C7E1-42AB-AC16-E33AB14C34E7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20:57.357" v="87"/>
        <pc:sldMkLst>
          <pc:docMk/>
          <pc:sldMk cId="96063262" sldId="264"/>
        </pc:sldMkLst>
        <pc:spChg chg="add mod">
          <ac:chgData name="Dekker, Lucan den (251285)" userId="1d732119-8d80-4191-822c-0ac4f60f3b13" providerId="ADAL" clId="{C2F9B174-B582-4370-A158-424FA0A0E46D}" dt="2026-05-11T09:20:45.734" v="62"/>
          <ac:spMkLst>
            <pc:docMk/>
            <pc:sldMk cId="96063262" sldId="264"/>
            <ac:spMk id="2" creationId="{8FFDA1B5-A1AB-4B0C-B893-9F3A9D90CF24}"/>
          </ac:spMkLst>
        </pc:spChg>
        <pc:spChg chg="add mod">
          <ac:chgData name="Dekker, Lucan den (251285)" userId="1d732119-8d80-4191-822c-0ac4f60f3b13" providerId="ADAL" clId="{C2F9B174-B582-4370-A158-424FA0A0E46D}" dt="2026-05-11T09:20:45.747" v="68"/>
          <ac:spMkLst>
            <pc:docMk/>
            <pc:sldMk cId="96063262" sldId="264"/>
            <ac:spMk id="3" creationId="{B84FC3D9-1FAC-4BB1-A694-069E3044E92F}"/>
          </ac:spMkLst>
        </pc:spChg>
        <pc:spChg chg="add mod">
          <ac:chgData name="Dekker, Lucan den (251285)" userId="1d732119-8d80-4191-822c-0ac4f60f3b13" providerId="ADAL" clId="{C2F9B174-B582-4370-A158-424FA0A0E46D}" dt="2026-05-11T09:20:45.753" v="74"/>
          <ac:spMkLst>
            <pc:docMk/>
            <pc:sldMk cId="96063262" sldId="264"/>
            <ac:spMk id="4" creationId="{B448949E-94DB-49FF-8B3C-143A8FDC442B}"/>
          </ac:spMkLst>
        </pc:spChg>
        <pc:spChg chg="add mod">
          <ac:chgData name="Dekker, Lucan den (251285)" userId="1d732119-8d80-4191-822c-0ac4f60f3b13" providerId="ADAL" clId="{C2F9B174-B582-4370-A158-424FA0A0E46D}" dt="2026-05-11T09:20:45.759" v="80"/>
          <ac:spMkLst>
            <pc:docMk/>
            <pc:sldMk cId="96063262" sldId="264"/>
            <ac:spMk id="5" creationId="{9074C117-0AD3-42FA-BB97-3C9C318C6224}"/>
          </ac:spMkLst>
        </pc:spChg>
        <pc:spChg chg="add mod">
          <ac:chgData name="Dekker, Lucan den (251285)" userId="1d732119-8d80-4191-822c-0ac4f60f3b13" providerId="ADAL" clId="{C2F9B174-B582-4370-A158-424FA0A0E46D}" dt="2026-05-11T09:20:45.761" v="83"/>
          <ac:spMkLst>
            <pc:docMk/>
            <pc:sldMk cId="96063262" sldId="264"/>
            <ac:spMk id="6" creationId="{2758A4C2-F0D1-471A-AC12-3F6BFDA20D48}"/>
          </ac:spMkLst>
        </pc:spChg>
        <pc:spChg chg="add mod">
          <ac:chgData name="Dekker, Lucan den (251285)" userId="1d732119-8d80-4191-822c-0ac4f60f3b13" providerId="ADAL" clId="{C2F9B174-B582-4370-A158-424FA0A0E46D}" dt="2026-05-11T09:20:45.762" v="85"/>
          <ac:spMkLst>
            <pc:docMk/>
            <pc:sldMk cId="96063262" sldId="264"/>
            <ac:spMk id="7" creationId="{315A12B0-2819-4683-BE55-87E5DF20D27D}"/>
          </ac:spMkLst>
        </pc:spChg>
      </pc:sldChg>
      <pc:sldChg chg="addSp delSp modSp add del mod">
        <pc:chgData name="Dekker, Lucan den (251285)" userId="1d732119-8d80-4191-822c-0ac4f60f3b13" providerId="ADAL" clId="{C2F9B174-B582-4370-A158-424FA0A0E46D}" dt="2026-05-11T09:55:54.207" v="910" actId="1037"/>
        <pc:sldMkLst>
          <pc:docMk/>
          <pc:sldMk cId="2471438409" sldId="265"/>
        </pc:sldMkLst>
        <pc:spChg chg="ord">
          <ac:chgData name="Dekker, Lucan den (251285)" userId="1d732119-8d80-4191-822c-0ac4f60f3b13" providerId="ADAL" clId="{C2F9B174-B582-4370-A158-424FA0A0E46D}" dt="2026-05-11T09:55:06.037" v="876" actId="166"/>
          <ac:spMkLst>
            <pc:docMk/>
            <pc:sldMk cId="2471438409" sldId="265"/>
            <ac:spMk id="3" creationId="{B84FC3D9-1FAC-4BB1-A694-069E3044E92F}"/>
          </ac:spMkLst>
        </pc:spChg>
        <pc:spChg chg="mod">
          <ac:chgData name="Dekker, Lucan den (251285)" userId="1d732119-8d80-4191-822c-0ac4f60f3b13" providerId="ADAL" clId="{C2F9B174-B582-4370-A158-424FA0A0E46D}" dt="2026-05-11T09:55:52.160" v="907" actId="1038"/>
          <ac:spMkLst>
            <pc:docMk/>
            <pc:sldMk cId="2471438409" sldId="265"/>
            <ac:spMk id="5" creationId="{9074C117-0AD3-42FA-BB97-3C9C318C6224}"/>
          </ac:spMkLst>
        </pc:spChg>
        <pc:spChg chg="mod">
          <ac:chgData name="Dekker, Lucan den (251285)" userId="1d732119-8d80-4191-822c-0ac4f60f3b13" providerId="ADAL" clId="{C2F9B174-B582-4370-A158-424FA0A0E46D}" dt="2026-05-11T09:55:54.207" v="910" actId="1037"/>
          <ac:spMkLst>
            <pc:docMk/>
            <pc:sldMk cId="2471438409" sldId="265"/>
            <ac:spMk id="6" creationId="{2758A4C2-F0D1-471A-AC12-3F6BFDA20D48}"/>
          </ac:spMkLst>
        </pc:spChg>
        <pc:spChg chg="mod">
          <ac:chgData name="Dekker, Lucan den (251285)" userId="1d732119-8d80-4191-822c-0ac4f60f3b13" providerId="ADAL" clId="{C2F9B174-B582-4370-A158-424FA0A0E46D}" dt="2026-05-11T09:54:14.562" v="869" actId="14100"/>
          <ac:spMkLst>
            <pc:docMk/>
            <pc:sldMk cId="2471438409" sldId="265"/>
            <ac:spMk id="7" creationId="{315A12B0-2819-4683-BE55-87E5DF20D27D}"/>
          </ac:spMkLst>
        </pc:spChg>
        <pc:picChg chg="add del mod modCrop">
          <ac:chgData name="Dekker, Lucan den (251285)" userId="1d732119-8d80-4191-822c-0ac4f60f3b13" providerId="ADAL" clId="{C2F9B174-B582-4370-A158-424FA0A0E46D}" dt="2026-05-11T09:54:10.876" v="868" actId="478"/>
          <ac:picMkLst>
            <pc:docMk/>
            <pc:sldMk cId="2471438409" sldId="265"/>
            <ac:picMk id="9" creationId="{19C1E386-83BE-EF77-AA33-340033A45A5E}"/>
          </ac:picMkLst>
        </pc:picChg>
        <pc:picChg chg="add mod modCrop">
          <ac:chgData name="Dekker, Lucan den (251285)" userId="1d732119-8d80-4191-822c-0ac4f60f3b13" providerId="ADAL" clId="{C2F9B174-B582-4370-A158-424FA0A0E46D}" dt="2026-05-11T09:55:08.471" v="877" actId="14100"/>
          <ac:picMkLst>
            <pc:docMk/>
            <pc:sldMk cId="2471438409" sldId="265"/>
            <ac:picMk id="11" creationId="{12BBCBB2-72D5-CAAA-B35E-2BA51831DB9B}"/>
          </ac:picMkLst>
        </pc:picChg>
      </pc:sldChg>
      <pc:sldChg chg="addSp modSp new del mod">
        <pc:chgData name="Dekker, Lucan den (251285)" userId="1d732119-8d80-4191-822c-0ac4f60f3b13" providerId="ADAL" clId="{C2F9B174-B582-4370-A158-424FA0A0E46D}" dt="2026-05-11T09:21:27.255" v="120"/>
        <pc:sldMkLst>
          <pc:docMk/>
          <pc:sldMk cId="724492225" sldId="266"/>
        </pc:sldMkLst>
        <pc:spChg chg="add mod">
          <ac:chgData name="Dekker, Lucan den (251285)" userId="1d732119-8d80-4191-822c-0ac4f60f3b13" providerId="ADAL" clId="{C2F9B174-B582-4370-A158-424FA0A0E46D}" dt="2026-05-11T09:21:12.687" v="93"/>
          <ac:spMkLst>
            <pc:docMk/>
            <pc:sldMk cId="724492225" sldId="266"/>
            <ac:spMk id="2" creationId="{192E93CD-7363-4C3F-AAE4-BBBCD41F8A9A}"/>
          </ac:spMkLst>
        </pc:spChg>
        <pc:spChg chg="add mod">
          <ac:chgData name="Dekker, Lucan den (251285)" userId="1d732119-8d80-4191-822c-0ac4f60f3b13" providerId="ADAL" clId="{C2F9B174-B582-4370-A158-424FA0A0E46D}" dt="2026-05-11T09:21:12.693" v="99"/>
          <ac:spMkLst>
            <pc:docMk/>
            <pc:sldMk cId="724492225" sldId="266"/>
            <ac:spMk id="3" creationId="{4FD30083-4A24-44ED-9E2C-38F1B1B77837}"/>
          </ac:spMkLst>
        </pc:spChg>
        <pc:spChg chg="add mod">
          <ac:chgData name="Dekker, Lucan den (251285)" userId="1d732119-8d80-4191-822c-0ac4f60f3b13" providerId="ADAL" clId="{C2F9B174-B582-4370-A158-424FA0A0E46D}" dt="2026-05-11T09:21:12.697" v="105"/>
          <ac:spMkLst>
            <pc:docMk/>
            <pc:sldMk cId="724492225" sldId="266"/>
            <ac:spMk id="4" creationId="{BC55C7A3-9646-4A35-8C7C-E0AAFDE3C7A7}"/>
          </ac:spMkLst>
        </pc:spChg>
        <pc:spChg chg="add mod">
          <ac:chgData name="Dekker, Lucan den (251285)" userId="1d732119-8d80-4191-822c-0ac4f60f3b13" providerId="ADAL" clId="{C2F9B174-B582-4370-A158-424FA0A0E46D}" dt="2026-05-11T09:21:12.699" v="111"/>
          <ac:spMkLst>
            <pc:docMk/>
            <pc:sldMk cId="724492225" sldId="266"/>
            <ac:spMk id="5" creationId="{B41CF775-3491-4C5D-B584-3E31E749DDB6}"/>
          </ac:spMkLst>
        </pc:spChg>
        <pc:spChg chg="add mod">
          <ac:chgData name="Dekker, Lucan den (251285)" userId="1d732119-8d80-4191-822c-0ac4f60f3b13" providerId="ADAL" clId="{C2F9B174-B582-4370-A158-424FA0A0E46D}" dt="2026-05-11T09:21:12.701" v="114"/>
          <ac:spMkLst>
            <pc:docMk/>
            <pc:sldMk cId="724492225" sldId="266"/>
            <ac:spMk id="6" creationId="{990A8FA7-C71E-44AC-A078-436E03B37E8D}"/>
          </ac:spMkLst>
        </pc:spChg>
        <pc:spChg chg="add mod">
          <ac:chgData name="Dekker, Lucan den (251285)" userId="1d732119-8d80-4191-822c-0ac4f60f3b13" providerId="ADAL" clId="{C2F9B174-B582-4370-A158-424FA0A0E46D}" dt="2026-05-11T09:21:12.702" v="116"/>
          <ac:spMkLst>
            <pc:docMk/>
            <pc:sldMk cId="724492225" sldId="266"/>
            <ac:spMk id="7" creationId="{134E2B13-827A-4BC9-8300-97C4B820913A}"/>
          </ac:spMkLst>
        </pc:spChg>
        <pc:spChg chg="add mod">
          <ac:chgData name="Dekker, Lucan den (251285)" userId="1d732119-8d80-4191-822c-0ac4f60f3b13" providerId="ADAL" clId="{C2F9B174-B582-4370-A158-424FA0A0E46D}" dt="2026-05-11T09:21:12.703" v="118"/>
          <ac:spMkLst>
            <pc:docMk/>
            <pc:sldMk cId="724492225" sldId="266"/>
            <ac:spMk id="8" creationId="{519CBA1A-F3F1-4911-A7F0-2DDD63F132E8}"/>
          </ac:spMkLst>
        </pc:spChg>
      </pc:sldChg>
      <pc:sldChg chg="modSp add del mod">
        <pc:chgData name="Dekker, Lucan den (251285)" userId="1d732119-8d80-4191-822c-0ac4f60f3b13" providerId="ADAL" clId="{C2F9B174-B582-4370-A158-424FA0A0E46D}" dt="2026-05-11T09:30:53.482" v="707" actId="47"/>
        <pc:sldMkLst>
          <pc:docMk/>
          <pc:sldMk cId="1926422932" sldId="267"/>
        </pc:sldMkLst>
        <pc:spChg chg="mod">
          <ac:chgData name="Dekker, Lucan den (251285)" userId="1d732119-8d80-4191-822c-0ac4f60f3b13" providerId="ADAL" clId="{C2F9B174-B582-4370-A158-424FA0A0E46D}" dt="2026-05-11T09:21:27.275" v="122"/>
          <ac:spMkLst>
            <pc:docMk/>
            <pc:sldMk cId="1926422932" sldId="267"/>
            <ac:spMk id="7" creationId="{134E2B13-827A-4BC9-8300-97C4B820913A}"/>
          </ac:spMkLst>
        </pc:spChg>
        <pc:spChg chg="mod">
          <ac:chgData name="Dekker, Lucan den (251285)" userId="1d732119-8d80-4191-822c-0ac4f60f3b13" providerId="ADAL" clId="{C2F9B174-B582-4370-A158-424FA0A0E46D}" dt="2026-05-11T09:21:27.277" v="124"/>
          <ac:spMkLst>
            <pc:docMk/>
            <pc:sldMk cId="1926422932" sldId="267"/>
            <ac:spMk id="8" creationId="{519CBA1A-F3F1-4911-A7F0-2DDD63F132E8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30:52.357" v="706" actId="47"/>
        <pc:sldMkLst>
          <pc:docMk/>
          <pc:sldMk cId="779340092" sldId="268"/>
        </pc:sldMkLst>
        <pc:spChg chg="add mod">
          <ac:chgData name="Dekker, Lucan den (251285)" userId="1d732119-8d80-4191-822c-0ac4f60f3b13" providerId="ADAL" clId="{C2F9B174-B582-4370-A158-424FA0A0E46D}" dt="2026-05-11T09:22:20.773" v="128"/>
          <ac:spMkLst>
            <pc:docMk/>
            <pc:sldMk cId="779340092" sldId="268"/>
            <ac:spMk id="2" creationId="{AB02D394-7246-40D5-A51F-929EF6650B02}"/>
          </ac:spMkLst>
        </pc:spChg>
        <pc:spChg chg="add mod">
          <ac:chgData name="Dekker, Lucan den (251285)" userId="1d732119-8d80-4191-822c-0ac4f60f3b13" providerId="ADAL" clId="{C2F9B174-B582-4370-A158-424FA0A0E46D}" dt="2026-05-11T09:22:20.777" v="134"/>
          <ac:spMkLst>
            <pc:docMk/>
            <pc:sldMk cId="779340092" sldId="268"/>
            <ac:spMk id="3" creationId="{A4A17CB1-D585-44DE-9A99-0A7F15C1F628}"/>
          </ac:spMkLst>
        </pc:spChg>
        <pc:spChg chg="add mod">
          <ac:chgData name="Dekker, Lucan den (251285)" userId="1d732119-8d80-4191-822c-0ac4f60f3b13" providerId="ADAL" clId="{C2F9B174-B582-4370-A158-424FA0A0E46D}" dt="2026-05-11T09:22:20.780" v="140"/>
          <ac:spMkLst>
            <pc:docMk/>
            <pc:sldMk cId="779340092" sldId="268"/>
            <ac:spMk id="4" creationId="{18019821-1D9F-49D3-A271-6AE9E68A4224}"/>
          </ac:spMkLst>
        </pc:spChg>
        <pc:spChg chg="add mod">
          <ac:chgData name="Dekker, Lucan den (251285)" userId="1d732119-8d80-4191-822c-0ac4f60f3b13" providerId="ADAL" clId="{C2F9B174-B582-4370-A158-424FA0A0E46D}" dt="2026-05-11T09:22:20.783" v="146"/>
          <ac:spMkLst>
            <pc:docMk/>
            <pc:sldMk cId="779340092" sldId="268"/>
            <ac:spMk id="5" creationId="{E74EB43D-4FAD-4BB4-837C-517577B54C0E}"/>
          </ac:spMkLst>
        </pc:spChg>
        <pc:spChg chg="add mod">
          <ac:chgData name="Dekker, Lucan den (251285)" userId="1d732119-8d80-4191-822c-0ac4f60f3b13" providerId="ADAL" clId="{C2F9B174-B582-4370-A158-424FA0A0E46D}" dt="2026-05-11T09:22:20.785" v="149"/>
          <ac:spMkLst>
            <pc:docMk/>
            <pc:sldMk cId="779340092" sldId="268"/>
            <ac:spMk id="6" creationId="{01E21CB4-40F7-4646-BA47-F8C3DDF9C746}"/>
          </ac:spMkLst>
        </pc:spChg>
        <pc:spChg chg="add mod">
          <ac:chgData name="Dekker, Lucan den (251285)" userId="1d732119-8d80-4191-822c-0ac4f60f3b13" providerId="ADAL" clId="{C2F9B174-B582-4370-A158-424FA0A0E46D}" dt="2026-05-11T09:22:20.788" v="153"/>
          <ac:spMkLst>
            <pc:docMk/>
            <pc:sldMk cId="779340092" sldId="268"/>
            <ac:spMk id="7" creationId="{0B7345D9-9D14-497F-8D2D-BCCF28D64FFC}"/>
          </ac:spMkLst>
        </pc:spChg>
        <pc:spChg chg="add mod">
          <ac:chgData name="Dekker, Lucan den (251285)" userId="1d732119-8d80-4191-822c-0ac4f60f3b13" providerId="ADAL" clId="{C2F9B174-B582-4370-A158-424FA0A0E46D}" dt="2026-05-11T09:22:20.790" v="156"/>
          <ac:spMkLst>
            <pc:docMk/>
            <pc:sldMk cId="779340092" sldId="268"/>
            <ac:spMk id="8" creationId="{2CEE3518-8CB9-44C2-B2F9-95480745CDE1}"/>
          </ac:spMkLst>
        </pc:spChg>
        <pc:spChg chg="add mod">
          <ac:chgData name="Dekker, Lucan den (251285)" userId="1d732119-8d80-4191-822c-0ac4f60f3b13" providerId="ADAL" clId="{C2F9B174-B582-4370-A158-424FA0A0E46D}" dt="2026-05-11T09:22:20.794" v="162"/>
          <ac:spMkLst>
            <pc:docMk/>
            <pc:sldMk cId="779340092" sldId="268"/>
            <ac:spMk id="9" creationId="{61C82EAB-E84C-4943-86D9-0302432BB03C}"/>
          </ac:spMkLst>
        </pc:spChg>
        <pc:spChg chg="add mod">
          <ac:chgData name="Dekker, Lucan den (251285)" userId="1d732119-8d80-4191-822c-0ac4f60f3b13" providerId="ADAL" clId="{C2F9B174-B582-4370-A158-424FA0A0E46D}" dt="2026-05-11T09:22:20.798" v="168"/>
          <ac:spMkLst>
            <pc:docMk/>
            <pc:sldMk cId="779340092" sldId="268"/>
            <ac:spMk id="10" creationId="{164DA04D-4E02-4676-A619-2F617D20C3F7}"/>
          </ac:spMkLst>
        </pc:spChg>
        <pc:spChg chg="add mod">
          <ac:chgData name="Dekker, Lucan den (251285)" userId="1d732119-8d80-4191-822c-0ac4f60f3b13" providerId="ADAL" clId="{C2F9B174-B582-4370-A158-424FA0A0E46D}" dt="2026-05-11T09:22:20.801" v="173"/>
          <ac:spMkLst>
            <pc:docMk/>
            <pc:sldMk cId="779340092" sldId="268"/>
            <ac:spMk id="11" creationId="{EBAC7083-DDCE-4414-A852-B86438E965ED}"/>
          </ac:spMkLst>
        </pc:spChg>
        <pc:spChg chg="add mod">
          <ac:chgData name="Dekker, Lucan den (251285)" userId="1d732119-8d80-4191-822c-0ac4f60f3b13" providerId="ADAL" clId="{C2F9B174-B582-4370-A158-424FA0A0E46D}" dt="2026-05-11T09:22:20.803" v="177"/>
          <ac:spMkLst>
            <pc:docMk/>
            <pc:sldMk cId="779340092" sldId="268"/>
            <ac:spMk id="12" creationId="{AAF3B34F-2476-4F3F-AABC-C0F881223CCE}"/>
          </ac:spMkLst>
        </pc:spChg>
        <pc:spChg chg="add mod">
          <ac:chgData name="Dekker, Lucan den (251285)" userId="1d732119-8d80-4191-822c-0ac4f60f3b13" providerId="ADAL" clId="{C2F9B174-B582-4370-A158-424FA0A0E46D}" dt="2026-05-11T09:22:20.804" v="180"/>
          <ac:spMkLst>
            <pc:docMk/>
            <pc:sldMk cId="779340092" sldId="268"/>
            <ac:spMk id="13" creationId="{20872487-E5E6-4FFA-AB67-FE506EEF9062}"/>
          </ac:spMkLst>
        </pc:spChg>
        <pc:spChg chg="add mod">
          <ac:chgData name="Dekker, Lucan den (251285)" userId="1d732119-8d80-4191-822c-0ac4f60f3b13" providerId="ADAL" clId="{C2F9B174-B582-4370-A158-424FA0A0E46D}" dt="2026-05-11T09:22:20.807" v="186"/>
          <ac:spMkLst>
            <pc:docMk/>
            <pc:sldMk cId="779340092" sldId="268"/>
            <ac:spMk id="14" creationId="{40C99A36-C61A-4F12-8952-2176558997E1}"/>
          </ac:spMkLst>
        </pc:spChg>
        <pc:spChg chg="add mod">
          <ac:chgData name="Dekker, Lucan den (251285)" userId="1d732119-8d80-4191-822c-0ac4f60f3b13" providerId="ADAL" clId="{C2F9B174-B582-4370-A158-424FA0A0E46D}" dt="2026-05-11T09:22:20.811" v="192"/>
          <ac:spMkLst>
            <pc:docMk/>
            <pc:sldMk cId="779340092" sldId="268"/>
            <ac:spMk id="15" creationId="{7F682246-7657-4800-9D04-6115F20BA52E}"/>
          </ac:spMkLst>
        </pc:spChg>
        <pc:spChg chg="add mod">
          <ac:chgData name="Dekker, Lucan den (251285)" userId="1d732119-8d80-4191-822c-0ac4f60f3b13" providerId="ADAL" clId="{C2F9B174-B582-4370-A158-424FA0A0E46D}" dt="2026-05-11T09:22:20.815" v="197"/>
          <ac:spMkLst>
            <pc:docMk/>
            <pc:sldMk cId="779340092" sldId="268"/>
            <ac:spMk id="16" creationId="{5580A178-5580-45EB-A664-9F83A4DA0B2E}"/>
          </ac:spMkLst>
        </pc:spChg>
        <pc:spChg chg="add mod">
          <ac:chgData name="Dekker, Lucan den (251285)" userId="1d732119-8d80-4191-822c-0ac4f60f3b13" providerId="ADAL" clId="{C2F9B174-B582-4370-A158-424FA0A0E46D}" dt="2026-05-11T09:22:20.817" v="201"/>
          <ac:spMkLst>
            <pc:docMk/>
            <pc:sldMk cId="779340092" sldId="268"/>
            <ac:spMk id="17" creationId="{7E7AE72A-BD25-4AA4-8EF4-B69649F3EF27}"/>
          </ac:spMkLst>
        </pc:spChg>
        <pc:spChg chg="add mod">
          <ac:chgData name="Dekker, Lucan den (251285)" userId="1d732119-8d80-4191-822c-0ac4f60f3b13" providerId="ADAL" clId="{C2F9B174-B582-4370-A158-424FA0A0E46D}" dt="2026-05-11T09:22:20.819" v="204"/>
          <ac:spMkLst>
            <pc:docMk/>
            <pc:sldMk cId="779340092" sldId="268"/>
            <ac:spMk id="18" creationId="{1EB870B9-4BFA-489F-B0E3-89F6E4195546}"/>
          </ac:spMkLst>
        </pc:spChg>
        <pc:spChg chg="add mod">
          <ac:chgData name="Dekker, Lucan den (251285)" userId="1d732119-8d80-4191-822c-0ac4f60f3b13" providerId="ADAL" clId="{C2F9B174-B582-4370-A158-424FA0A0E46D}" dt="2026-05-11T09:22:20.822" v="210"/>
          <ac:spMkLst>
            <pc:docMk/>
            <pc:sldMk cId="779340092" sldId="268"/>
            <ac:spMk id="19" creationId="{6B4B3E03-B912-4661-89EC-47121ED08D1E}"/>
          </ac:spMkLst>
        </pc:spChg>
        <pc:spChg chg="add mod">
          <ac:chgData name="Dekker, Lucan den (251285)" userId="1d732119-8d80-4191-822c-0ac4f60f3b13" providerId="ADAL" clId="{C2F9B174-B582-4370-A158-424FA0A0E46D}" dt="2026-05-11T09:22:20.825" v="216"/>
          <ac:spMkLst>
            <pc:docMk/>
            <pc:sldMk cId="779340092" sldId="268"/>
            <ac:spMk id="20" creationId="{F3D23390-00E0-4982-8728-5F65370033B9}"/>
          </ac:spMkLst>
        </pc:spChg>
        <pc:spChg chg="add mod">
          <ac:chgData name="Dekker, Lucan den (251285)" userId="1d732119-8d80-4191-822c-0ac4f60f3b13" providerId="ADAL" clId="{C2F9B174-B582-4370-A158-424FA0A0E46D}" dt="2026-05-11T09:22:20.829" v="221"/>
          <ac:spMkLst>
            <pc:docMk/>
            <pc:sldMk cId="779340092" sldId="268"/>
            <ac:spMk id="21" creationId="{2C27732D-52B9-491A-A046-A3DA21D01B9A}"/>
          </ac:spMkLst>
        </pc:spChg>
        <pc:spChg chg="add mod">
          <ac:chgData name="Dekker, Lucan den (251285)" userId="1d732119-8d80-4191-822c-0ac4f60f3b13" providerId="ADAL" clId="{C2F9B174-B582-4370-A158-424FA0A0E46D}" dt="2026-05-11T09:22:20.831" v="225"/>
          <ac:spMkLst>
            <pc:docMk/>
            <pc:sldMk cId="779340092" sldId="268"/>
            <ac:spMk id="22" creationId="{1FBEFD6E-747D-489C-BEEE-3908611AB83D}"/>
          </ac:spMkLst>
        </pc:spChg>
        <pc:spChg chg="add mod">
          <ac:chgData name="Dekker, Lucan den (251285)" userId="1d732119-8d80-4191-822c-0ac4f60f3b13" providerId="ADAL" clId="{C2F9B174-B582-4370-A158-424FA0A0E46D}" dt="2026-05-11T09:22:20.832" v="228"/>
          <ac:spMkLst>
            <pc:docMk/>
            <pc:sldMk cId="779340092" sldId="268"/>
            <ac:spMk id="23" creationId="{2438D8D2-D3BC-4CBD-863A-2F5BEE4BA0E5}"/>
          </ac:spMkLst>
        </pc:spChg>
        <pc:spChg chg="add mod">
          <ac:chgData name="Dekker, Lucan den (251285)" userId="1d732119-8d80-4191-822c-0ac4f60f3b13" providerId="ADAL" clId="{C2F9B174-B582-4370-A158-424FA0A0E46D}" dt="2026-05-11T09:22:20.835" v="234"/>
          <ac:spMkLst>
            <pc:docMk/>
            <pc:sldMk cId="779340092" sldId="268"/>
            <ac:spMk id="24" creationId="{A11A9D3A-4E79-4461-848A-7704349722C9}"/>
          </ac:spMkLst>
        </pc:spChg>
        <pc:spChg chg="add mod">
          <ac:chgData name="Dekker, Lucan den (251285)" userId="1d732119-8d80-4191-822c-0ac4f60f3b13" providerId="ADAL" clId="{C2F9B174-B582-4370-A158-424FA0A0E46D}" dt="2026-05-11T09:22:20.839" v="240"/>
          <ac:spMkLst>
            <pc:docMk/>
            <pc:sldMk cId="779340092" sldId="268"/>
            <ac:spMk id="25" creationId="{1DF12A48-2837-4FA3-8EAD-9F6E6E58EC2C}"/>
          </ac:spMkLst>
        </pc:spChg>
        <pc:spChg chg="add mod">
          <ac:chgData name="Dekker, Lucan den (251285)" userId="1d732119-8d80-4191-822c-0ac4f60f3b13" providerId="ADAL" clId="{C2F9B174-B582-4370-A158-424FA0A0E46D}" dt="2026-05-11T09:22:20.842" v="245"/>
          <ac:spMkLst>
            <pc:docMk/>
            <pc:sldMk cId="779340092" sldId="268"/>
            <ac:spMk id="26" creationId="{A953E911-D467-4000-8208-4AA942E0E19E}"/>
          </ac:spMkLst>
        </pc:spChg>
      </pc:sldChg>
      <pc:sldChg chg="addSp modSp new mod">
        <pc:chgData name="Dekker, Lucan den (251285)" userId="1d732119-8d80-4191-822c-0ac4f60f3b13" providerId="ADAL" clId="{C2F9B174-B582-4370-A158-424FA0A0E46D}" dt="2026-05-11T09:23:50.568" v="704"/>
        <pc:sldMkLst>
          <pc:docMk/>
          <pc:sldMk cId="635891023" sldId="269"/>
        </pc:sldMkLst>
        <pc:spChg chg="add mod">
          <ac:chgData name="Dekker, Lucan den (251285)" userId="1d732119-8d80-4191-822c-0ac4f60f3b13" providerId="ADAL" clId="{C2F9B174-B582-4370-A158-424FA0A0E46D}" dt="2026-05-11T09:22:41.781" v="249"/>
          <ac:spMkLst>
            <pc:docMk/>
            <pc:sldMk cId="635891023" sldId="269"/>
            <ac:spMk id="2" creationId="{7BB6403B-BAB2-4F0B-8628-2C7D284E65A5}"/>
          </ac:spMkLst>
        </pc:spChg>
        <pc:spChg chg="add mod">
          <ac:chgData name="Dekker, Lucan den (251285)" userId="1d732119-8d80-4191-822c-0ac4f60f3b13" providerId="ADAL" clId="{C2F9B174-B582-4370-A158-424FA0A0E46D}" dt="2026-05-11T09:22:41.785" v="255"/>
          <ac:spMkLst>
            <pc:docMk/>
            <pc:sldMk cId="635891023" sldId="269"/>
            <ac:spMk id="3" creationId="{8EA9864A-C56A-4DFB-A84A-C96853B8F108}"/>
          </ac:spMkLst>
        </pc:spChg>
        <pc:spChg chg="add mod">
          <ac:chgData name="Dekker, Lucan den (251285)" userId="1d732119-8d80-4191-822c-0ac4f60f3b13" providerId="ADAL" clId="{C2F9B174-B582-4370-A158-424FA0A0E46D}" dt="2026-05-11T09:22:41.788" v="261"/>
          <ac:spMkLst>
            <pc:docMk/>
            <pc:sldMk cId="635891023" sldId="269"/>
            <ac:spMk id="4" creationId="{9CBA597C-D7BC-4426-B7A7-635C387D7F9B}"/>
          </ac:spMkLst>
        </pc:spChg>
        <pc:spChg chg="add mod">
          <ac:chgData name="Dekker, Lucan den (251285)" userId="1d732119-8d80-4191-822c-0ac4f60f3b13" providerId="ADAL" clId="{C2F9B174-B582-4370-A158-424FA0A0E46D}" dt="2026-05-11T09:22:41.792" v="267"/>
          <ac:spMkLst>
            <pc:docMk/>
            <pc:sldMk cId="635891023" sldId="269"/>
            <ac:spMk id="5" creationId="{B86F553B-89AC-4BD5-92E7-7EDC945CDB4D}"/>
          </ac:spMkLst>
        </pc:spChg>
        <pc:spChg chg="add mod">
          <ac:chgData name="Dekker, Lucan den (251285)" userId="1d732119-8d80-4191-822c-0ac4f60f3b13" providerId="ADAL" clId="{C2F9B174-B582-4370-A158-424FA0A0E46D}" dt="2026-05-11T09:22:41.794" v="270"/>
          <ac:spMkLst>
            <pc:docMk/>
            <pc:sldMk cId="635891023" sldId="269"/>
            <ac:spMk id="6" creationId="{BEC2C8E4-C75F-4484-AD70-BC7353964077}"/>
          </ac:spMkLst>
        </pc:spChg>
        <pc:graphicFrameChg chg="add modGraphic">
          <ac:chgData name="Dekker, Lucan den (251285)" userId="1d732119-8d80-4191-822c-0ac4f60f3b13" providerId="ADAL" clId="{C2F9B174-B582-4370-A158-424FA0A0E46D}" dt="2026-05-11T09:23:50.568" v="704"/>
          <ac:graphicFrameMkLst>
            <pc:docMk/>
            <pc:sldMk cId="635891023" sldId="269"/>
            <ac:graphicFrameMk id="8" creationId="{30439C03-E2B0-4387-B23E-15E45370AB19}"/>
          </ac:graphicFrameMkLst>
        </pc:graphicFrameChg>
      </pc:sldChg>
      <pc:sldChg chg="modSp add mod">
        <pc:chgData name="Dekker, Lucan den (251285)" userId="1d732119-8d80-4191-822c-0ac4f60f3b13" providerId="ADAL" clId="{C2F9B174-B582-4370-A158-424FA0A0E46D}" dt="2026-05-11T09:32:06.755" v="723"/>
        <pc:sldMkLst>
          <pc:docMk/>
          <pc:sldMk cId="1507378806" sldId="270"/>
        </pc:sldMkLst>
        <pc:spChg chg="mod">
          <ac:chgData name="Dekker, Lucan den (251285)" userId="1d732119-8d80-4191-822c-0ac4f60f3b13" providerId="ADAL" clId="{C2F9B174-B582-4370-A158-424FA0A0E46D}" dt="2026-05-11T09:32:06.751" v="719"/>
          <ac:spMkLst>
            <pc:docMk/>
            <pc:sldMk cId="1507378806" sldId="270"/>
            <ac:spMk id="3" creationId="{74C32973-80A3-4C13-8E5D-23CA74C42EFB}"/>
          </ac:spMkLst>
        </pc:spChg>
        <pc:spChg chg="mod">
          <ac:chgData name="Dekker, Lucan den (251285)" userId="1d732119-8d80-4191-822c-0ac4f60f3b13" providerId="ADAL" clId="{C2F9B174-B582-4370-A158-424FA0A0E46D}" dt="2026-05-11T09:32:06.752" v="721"/>
          <ac:spMkLst>
            <pc:docMk/>
            <pc:sldMk cId="1507378806" sldId="270"/>
            <ac:spMk id="5" creationId="{3FEA888D-3F23-4B1C-B44E-B26DAA78178C}"/>
          </ac:spMkLst>
        </pc:spChg>
        <pc:spChg chg="mod">
          <ac:chgData name="Dekker, Lucan den (251285)" userId="1d732119-8d80-4191-822c-0ac4f60f3b13" providerId="ADAL" clId="{C2F9B174-B582-4370-A158-424FA0A0E46D}" dt="2026-05-11T09:32:06.755" v="723"/>
          <ac:spMkLst>
            <pc:docMk/>
            <pc:sldMk cId="1507378806" sldId="270"/>
            <ac:spMk id="7" creationId="{A5EC8086-C7E1-42AB-AC16-E33AB14C34E7}"/>
          </ac:spMkLst>
        </pc:spChg>
      </pc:sldChg>
      <pc:sldChg chg="addSp modSp new del mod">
        <pc:chgData name="Dekker, Lucan den (251285)" userId="1d732119-8d80-4191-822c-0ac4f60f3b13" providerId="ADAL" clId="{C2F9B174-B582-4370-A158-424FA0A0E46D}" dt="2026-05-11T09:30:51.588" v="705" actId="47"/>
        <pc:sldMkLst>
          <pc:docMk/>
          <pc:sldMk cId="2108100448" sldId="270"/>
        </pc:sldMkLst>
        <pc:spChg chg="add mod">
          <ac:chgData name="Dekker, Lucan den (251285)" userId="1d732119-8d80-4191-822c-0ac4f60f3b13" providerId="ADAL" clId="{C2F9B174-B582-4370-A158-424FA0A0E46D}" dt="2026-05-11T09:23:09.832" v="490"/>
          <ac:spMkLst>
            <pc:docMk/>
            <pc:sldMk cId="2108100448" sldId="270"/>
            <ac:spMk id="2" creationId="{A24C7009-1B47-4E84-84F2-F00980755ED0}"/>
          </ac:spMkLst>
        </pc:spChg>
        <pc:spChg chg="add mod">
          <ac:chgData name="Dekker, Lucan den (251285)" userId="1d732119-8d80-4191-822c-0ac4f60f3b13" providerId="ADAL" clId="{C2F9B174-B582-4370-A158-424FA0A0E46D}" dt="2026-05-11T09:23:09.836" v="496"/>
          <ac:spMkLst>
            <pc:docMk/>
            <pc:sldMk cId="2108100448" sldId="270"/>
            <ac:spMk id="3" creationId="{0D0C5D1A-A94A-4E49-8443-2CF04A644AAF}"/>
          </ac:spMkLst>
        </pc:spChg>
        <pc:spChg chg="add mod">
          <ac:chgData name="Dekker, Lucan den (251285)" userId="1d732119-8d80-4191-822c-0ac4f60f3b13" providerId="ADAL" clId="{C2F9B174-B582-4370-A158-424FA0A0E46D}" dt="2026-05-11T09:23:09.839" v="502"/>
          <ac:spMkLst>
            <pc:docMk/>
            <pc:sldMk cId="2108100448" sldId="270"/>
            <ac:spMk id="4" creationId="{82D29D5E-CA7C-4557-A864-56830EAAFD44}"/>
          </ac:spMkLst>
        </pc:spChg>
        <pc:spChg chg="add mod">
          <ac:chgData name="Dekker, Lucan den (251285)" userId="1d732119-8d80-4191-822c-0ac4f60f3b13" providerId="ADAL" clId="{C2F9B174-B582-4370-A158-424FA0A0E46D}" dt="2026-05-11T09:23:09.842" v="508"/>
          <ac:spMkLst>
            <pc:docMk/>
            <pc:sldMk cId="2108100448" sldId="270"/>
            <ac:spMk id="5" creationId="{34DCC4CC-087C-4C18-B021-C00651695293}"/>
          </ac:spMkLst>
        </pc:spChg>
        <pc:spChg chg="add mod">
          <ac:chgData name="Dekker, Lucan den (251285)" userId="1d732119-8d80-4191-822c-0ac4f60f3b13" providerId="ADAL" clId="{C2F9B174-B582-4370-A158-424FA0A0E46D}" dt="2026-05-11T09:23:09.843" v="511"/>
          <ac:spMkLst>
            <pc:docMk/>
            <pc:sldMk cId="2108100448" sldId="270"/>
            <ac:spMk id="6" creationId="{7FC57CE3-301C-4F7E-B97B-E2058A2D9905}"/>
          </ac:spMkLst>
        </pc:spChg>
        <pc:graphicFrameChg chg="add modGraphic">
          <ac:chgData name="Dekker, Lucan den (251285)" userId="1d732119-8d80-4191-822c-0ac4f60f3b13" providerId="ADAL" clId="{C2F9B174-B582-4370-A158-424FA0A0E46D}" dt="2026-05-11T09:23:09.933" v="668"/>
          <ac:graphicFrameMkLst>
            <pc:docMk/>
            <pc:sldMk cId="2108100448" sldId="270"/>
            <ac:graphicFrameMk id="8" creationId="{A494AB55-1F5D-4508-A66E-9F4E92668111}"/>
          </ac:graphicFrameMkLst>
        </pc:graphicFrameChg>
      </pc:sldChg>
      <pc:sldChg chg="addSp modSp new mod">
        <pc:chgData name="Dekker, Lucan den (251285)" userId="1d732119-8d80-4191-822c-0ac4f60f3b13" providerId="ADAL" clId="{C2F9B174-B582-4370-A158-424FA0A0E46D}" dt="2026-05-11T09:55:39.057" v="902" actId="1038"/>
        <pc:sldMkLst>
          <pc:docMk/>
          <pc:sldMk cId="3787304171" sldId="271"/>
        </pc:sldMkLst>
        <pc:spChg chg="add mod">
          <ac:chgData name="Dekker, Lucan den (251285)" userId="1d732119-8d80-4191-822c-0ac4f60f3b13" providerId="ADAL" clId="{C2F9B174-B582-4370-A158-424FA0A0E46D}" dt="2026-05-11T09:39:49.050" v="730"/>
          <ac:spMkLst>
            <pc:docMk/>
            <pc:sldMk cId="3787304171" sldId="271"/>
            <ac:spMk id="2" creationId="{EF0480C2-0B6B-4D7D-A469-CDB2CEC75D55}"/>
          </ac:spMkLst>
        </pc:spChg>
        <pc:spChg chg="add mod">
          <ac:chgData name="Dekker, Lucan den (251285)" userId="1d732119-8d80-4191-822c-0ac4f60f3b13" providerId="ADAL" clId="{C2F9B174-B582-4370-A158-424FA0A0E46D}" dt="2026-05-11T09:39:49.055" v="736"/>
          <ac:spMkLst>
            <pc:docMk/>
            <pc:sldMk cId="3787304171" sldId="271"/>
            <ac:spMk id="3" creationId="{DB7890F6-4BFD-4119-90C5-E599D160C1A9}"/>
          </ac:spMkLst>
        </pc:spChg>
        <pc:spChg chg="add mod">
          <ac:chgData name="Dekker, Lucan den (251285)" userId="1d732119-8d80-4191-822c-0ac4f60f3b13" providerId="ADAL" clId="{C2F9B174-B582-4370-A158-424FA0A0E46D}" dt="2026-05-11T09:39:49.058" v="742"/>
          <ac:spMkLst>
            <pc:docMk/>
            <pc:sldMk cId="3787304171" sldId="271"/>
            <ac:spMk id="4" creationId="{890912CD-88BF-4C23-A1C2-83F5D74FFF25}"/>
          </ac:spMkLst>
        </pc:spChg>
        <pc:spChg chg="add mod">
          <ac:chgData name="Dekker, Lucan den (251285)" userId="1d732119-8d80-4191-822c-0ac4f60f3b13" providerId="ADAL" clId="{C2F9B174-B582-4370-A158-424FA0A0E46D}" dt="2026-05-11T09:39:49.062" v="748"/>
          <ac:spMkLst>
            <pc:docMk/>
            <pc:sldMk cId="3787304171" sldId="271"/>
            <ac:spMk id="5" creationId="{A929726D-9132-4F3E-8711-8E52208A5D27}"/>
          </ac:spMkLst>
        </pc:spChg>
        <pc:spChg chg="add mod">
          <ac:chgData name="Dekker, Lucan den (251285)" userId="1d732119-8d80-4191-822c-0ac4f60f3b13" providerId="ADAL" clId="{C2F9B174-B582-4370-A158-424FA0A0E46D}" dt="2026-05-11T09:55:39.057" v="902" actId="1038"/>
          <ac:spMkLst>
            <pc:docMk/>
            <pc:sldMk cId="3787304171" sldId="271"/>
            <ac:spMk id="6" creationId="{618FE56C-56A1-454C-9DE7-89F52C664B72}"/>
          </ac:spMkLst>
        </pc:spChg>
        <pc:spChg chg="add mod">
          <ac:chgData name="Dekker, Lucan den (251285)" userId="1d732119-8d80-4191-822c-0ac4f60f3b13" providerId="ADAL" clId="{C2F9B174-B582-4370-A158-424FA0A0E46D}" dt="2026-05-11T09:39:49.066" v="755"/>
          <ac:spMkLst>
            <pc:docMk/>
            <pc:sldMk cId="3787304171" sldId="271"/>
            <ac:spMk id="7" creationId="{CFD5EE62-5BB7-4E7D-A734-694054030120}"/>
          </ac:spMkLst>
        </pc:spChg>
        <pc:spChg chg="add mod">
          <ac:chgData name="Dekker, Lucan den (251285)" userId="1d732119-8d80-4191-822c-0ac4f60f3b13" providerId="ADAL" clId="{C2F9B174-B582-4370-A158-424FA0A0E46D}" dt="2026-05-11T09:39:49.067" v="758"/>
          <ac:spMkLst>
            <pc:docMk/>
            <pc:sldMk cId="3787304171" sldId="271"/>
            <ac:spMk id="8" creationId="{224C8DAF-3997-46F9-8C64-872DA6064AF7}"/>
          </ac:spMkLst>
        </pc:spChg>
        <pc:spChg chg="add mod">
          <ac:chgData name="Dekker, Lucan den (251285)" userId="1d732119-8d80-4191-822c-0ac4f60f3b13" providerId="ADAL" clId="{C2F9B174-B582-4370-A158-424FA0A0E46D}" dt="2026-05-11T09:39:49.071" v="764"/>
          <ac:spMkLst>
            <pc:docMk/>
            <pc:sldMk cId="3787304171" sldId="271"/>
            <ac:spMk id="9" creationId="{6B92B746-0B35-43F3-82AA-B67D3C98EE01}"/>
          </ac:spMkLst>
        </pc:spChg>
        <pc:spChg chg="add mod">
          <ac:chgData name="Dekker, Lucan den (251285)" userId="1d732119-8d80-4191-822c-0ac4f60f3b13" providerId="ADAL" clId="{C2F9B174-B582-4370-A158-424FA0A0E46D}" dt="2026-05-11T09:39:49.074" v="770"/>
          <ac:spMkLst>
            <pc:docMk/>
            <pc:sldMk cId="3787304171" sldId="271"/>
            <ac:spMk id="10" creationId="{EF5D8D8C-92B9-421C-8934-709B880A9C2D}"/>
          </ac:spMkLst>
        </pc:spChg>
        <pc:spChg chg="add mod">
          <ac:chgData name="Dekker, Lucan den (251285)" userId="1d732119-8d80-4191-822c-0ac4f60f3b13" providerId="ADAL" clId="{C2F9B174-B582-4370-A158-424FA0A0E46D}" dt="2026-05-11T09:39:49.080" v="775"/>
          <ac:spMkLst>
            <pc:docMk/>
            <pc:sldMk cId="3787304171" sldId="271"/>
            <ac:spMk id="11" creationId="{2C0D9FDB-A3CF-4873-AF4D-76A47A8038CE}"/>
          </ac:spMkLst>
        </pc:spChg>
        <pc:spChg chg="add mod">
          <ac:chgData name="Dekker, Lucan den (251285)" userId="1d732119-8d80-4191-822c-0ac4f60f3b13" providerId="ADAL" clId="{C2F9B174-B582-4370-A158-424FA0A0E46D}" dt="2026-05-11T09:39:49.081" v="779"/>
          <ac:spMkLst>
            <pc:docMk/>
            <pc:sldMk cId="3787304171" sldId="271"/>
            <ac:spMk id="12" creationId="{79C12033-957C-4E78-99A2-83E05216A357}"/>
          </ac:spMkLst>
        </pc:spChg>
        <pc:spChg chg="add mod">
          <ac:chgData name="Dekker, Lucan den (251285)" userId="1d732119-8d80-4191-822c-0ac4f60f3b13" providerId="ADAL" clId="{C2F9B174-B582-4370-A158-424FA0A0E46D}" dt="2026-05-11T09:39:49.083" v="782"/>
          <ac:spMkLst>
            <pc:docMk/>
            <pc:sldMk cId="3787304171" sldId="271"/>
            <ac:spMk id="13" creationId="{BC9D6819-0883-4458-843C-03B32529D8A3}"/>
          </ac:spMkLst>
        </pc:spChg>
        <pc:spChg chg="add mod">
          <ac:chgData name="Dekker, Lucan den (251285)" userId="1d732119-8d80-4191-822c-0ac4f60f3b13" providerId="ADAL" clId="{C2F9B174-B582-4370-A158-424FA0A0E46D}" dt="2026-05-11T09:39:49.086" v="788"/>
          <ac:spMkLst>
            <pc:docMk/>
            <pc:sldMk cId="3787304171" sldId="271"/>
            <ac:spMk id="14" creationId="{40824291-F7DA-4F32-BDB6-99B330A4D746}"/>
          </ac:spMkLst>
        </pc:spChg>
        <pc:spChg chg="add mod">
          <ac:chgData name="Dekker, Lucan den (251285)" userId="1d732119-8d80-4191-822c-0ac4f60f3b13" providerId="ADAL" clId="{C2F9B174-B582-4370-A158-424FA0A0E46D}" dt="2026-05-11T09:39:49.089" v="794"/>
          <ac:spMkLst>
            <pc:docMk/>
            <pc:sldMk cId="3787304171" sldId="271"/>
            <ac:spMk id="15" creationId="{D0023123-5A64-41FF-BDA5-1733858AF958}"/>
          </ac:spMkLst>
        </pc:spChg>
        <pc:spChg chg="add mod">
          <ac:chgData name="Dekker, Lucan den (251285)" userId="1d732119-8d80-4191-822c-0ac4f60f3b13" providerId="ADAL" clId="{C2F9B174-B582-4370-A158-424FA0A0E46D}" dt="2026-05-11T09:39:49.091" v="799"/>
          <ac:spMkLst>
            <pc:docMk/>
            <pc:sldMk cId="3787304171" sldId="271"/>
            <ac:spMk id="16" creationId="{867BBF8B-9B14-4078-8381-C67FA306A0DB}"/>
          </ac:spMkLst>
        </pc:spChg>
        <pc:spChg chg="add mod">
          <ac:chgData name="Dekker, Lucan den (251285)" userId="1d732119-8d80-4191-822c-0ac4f60f3b13" providerId="ADAL" clId="{C2F9B174-B582-4370-A158-424FA0A0E46D}" dt="2026-05-11T09:39:49.094" v="803"/>
          <ac:spMkLst>
            <pc:docMk/>
            <pc:sldMk cId="3787304171" sldId="271"/>
            <ac:spMk id="17" creationId="{318D37D9-B79D-4340-9BAF-8B94C1F9FC98}"/>
          </ac:spMkLst>
        </pc:spChg>
        <pc:spChg chg="add mod">
          <ac:chgData name="Dekker, Lucan den (251285)" userId="1d732119-8d80-4191-822c-0ac4f60f3b13" providerId="ADAL" clId="{C2F9B174-B582-4370-A158-424FA0A0E46D}" dt="2026-05-11T09:39:49.095" v="806"/>
          <ac:spMkLst>
            <pc:docMk/>
            <pc:sldMk cId="3787304171" sldId="271"/>
            <ac:spMk id="18" creationId="{942B4EEE-5E65-4B03-AAEB-B2F512A81BAB}"/>
          </ac:spMkLst>
        </pc:spChg>
        <pc:spChg chg="add mod">
          <ac:chgData name="Dekker, Lucan den (251285)" userId="1d732119-8d80-4191-822c-0ac4f60f3b13" providerId="ADAL" clId="{C2F9B174-B582-4370-A158-424FA0A0E46D}" dt="2026-05-11T09:39:49.099" v="812"/>
          <ac:spMkLst>
            <pc:docMk/>
            <pc:sldMk cId="3787304171" sldId="271"/>
            <ac:spMk id="19" creationId="{C774E153-9884-4104-8071-5143C07306E9}"/>
          </ac:spMkLst>
        </pc:spChg>
        <pc:spChg chg="add mod">
          <ac:chgData name="Dekker, Lucan den (251285)" userId="1d732119-8d80-4191-822c-0ac4f60f3b13" providerId="ADAL" clId="{C2F9B174-B582-4370-A158-424FA0A0E46D}" dt="2026-05-11T09:39:49.102" v="818"/>
          <ac:spMkLst>
            <pc:docMk/>
            <pc:sldMk cId="3787304171" sldId="271"/>
            <ac:spMk id="20" creationId="{7572AE4E-A605-4EE5-85F5-7B9C61E67F46}"/>
          </ac:spMkLst>
        </pc:spChg>
        <pc:spChg chg="add mod">
          <ac:chgData name="Dekker, Lucan den (251285)" userId="1d732119-8d80-4191-822c-0ac4f60f3b13" providerId="ADAL" clId="{C2F9B174-B582-4370-A158-424FA0A0E46D}" dt="2026-05-11T09:39:49.105" v="823"/>
          <ac:spMkLst>
            <pc:docMk/>
            <pc:sldMk cId="3787304171" sldId="271"/>
            <ac:spMk id="21" creationId="{DB840896-F106-4F01-BD29-8FB3C8806135}"/>
          </ac:spMkLst>
        </pc:spChg>
        <pc:spChg chg="add mod">
          <ac:chgData name="Dekker, Lucan den (251285)" userId="1d732119-8d80-4191-822c-0ac4f60f3b13" providerId="ADAL" clId="{C2F9B174-B582-4370-A158-424FA0A0E46D}" dt="2026-05-11T09:39:49.107" v="827"/>
          <ac:spMkLst>
            <pc:docMk/>
            <pc:sldMk cId="3787304171" sldId="271"/>
            <ac:spMk id="22" creationId="{1BF9E9C9-01AB-4721-B5BE-38FC532DF05F}"/>
          </ac:spMkLst>
        </pc:spChg>
        <pc:spChg chg="add mod">
          <ac:chgData name="Dekker, Lucan den (251285)" userId="1d732119-8d80-4191-822c-0ac4f60f3b13" providerId="ADAL" clId="{C2F9B174-B582-4370-A158-424FA0A0E46D}" dt="2026-05-11T09:39:49.108" v="830"/>
          <ac:spMkLst>
            <pc:docMk/>
            <pc:sldMk cId="3787304171" sldId="271"/>
            <ac:spMk id="23" creationId="{F07B26A8-C498-4E7D-9CA2-9E606F2F670F}"/>
          </ac:spMkLst>
        </pc:spChg>
        <pc:spChg chg="add mod">
          <ac:chgData name="Dekker, Lucan den (251285)" userId="1d732119-8d80-4191-822c-0ac4f60f3b13" providerId="ADAL" clId="{C2F9B174-B582-4370-A158-424FA0A0E46D}" dt="2026-05-11T09:39:49.112" v="836"/>
          <ac:spMkLst>
            <pc:docMk/>
            <pc:sldMk cId="3787304171" sldId="271"/>
            <ac:spMk id="24" creationId="{DB2CAE66-F63A-4224-A5F7-2433C32CBF36}"/>
          </ac:spMkLst>
        </pc:spChg>
        <pc:spChg chg="add mod">
          <ac:chgData name="Dekker, Lucan den (251285)" userId="1d732119-8d80-4191-822c-0ac4f60f3b13" providerId="ADAL" clId="{C2F9B174-B582-4370-A158-424FA0A0E46D}" dt="2026-05-11T09:39:49.115" v="842"/>
          <ac:spMkLst>
            <pc:docMk/>
            <pc:sldMk cId="3787304171" sldId="271"/>
            <ac:spMk id="25" creationId="{3F37C7BA-0F83-4D98-9540-192BD1DE38D4}"/>
          </ac:spMkLst>
        </pc:spChg>
        <pc:spChg chg="add mod">
          <ac:chgData name="Dekker, Lucan den (251285)" userId="1d732119-8d80-4191-822c-0ac4f60f3b13" providerId="ADAL" clId="{C2F9B174-B582-4370-A158-424FA0A0E46D}" dt="2026-05-11T09:39:49.119" v="847"/>
          <ac:spMkLst>
            <pc:docMk/>
            <pc:sldMk cId="3787304171" sldId="271"/>
            <ac:spMk id="26" creationId="{79B39C8E-0FE7-4BCD-8D54-6EE9DA12A25A}"/>
          </ac:spMkLst>
        </pc:spChg>
        <pc:spChg chg="add mod">
          <ac:chgData name="Dekker, Lucan den (251285)" userId="1d732119-8d80-4191-822c-0ac4f60f3b13" providerId="ADAL" clId="{C2F9B174-B582-4370-A158-424FA0A0E46D}" dt="2026-05-11T09:39:49.120" v="850"/>
          <ac:spMkLst>
            <pc:docMk/>
            <pc:sldMk cId="3787304171" sldId="271"/>
            <ac:spMk id="27" creationId="{D0862EF4-9F3E-48A4-8629-9669DEE5EAEF}"/>
          </ac:spMkLst>
        </pc:spChg>
        <pc:spChg chg="add mod">
          <ac:chgData name="Dekker, Lucan den (251285)" userId="1d732119-8d80-4191-822c-0ac4f60f3b13" providerId="ADAL" clId="{C2F9B174-B582-4370-A158-424FA0A0E46D}" dt="2026-05-11T09:39:49.124" v="856"/>
          <ac:spMkLst>
            <pc:docMk/>
            <pc:sldMk cId="3787304171" sldId="271"/>
            <ac:spMk id="28" creationId="{3EBC26D7-E57E-48AA-9BAA-68ADD5F4341C}"/>
          </ac:spMkLst>
        </pc:spChg>
        <pc:spChg chg="add mod">
          <ac:chgData name="Dekker, Lucan den (251285)" userId="1d732119-8d80-4191-822c-0ac4f60f3b13" providerId="ADAL" clId="{C2F9B174-B582-4370-A158-424FA0A0E46D}" dt="2026-05-11T09:39:49.128" v="861"/>
          <ac:spMkLst>
            <pc:docMk/>
            <pc:sldMk cId="3787304171" sldId="271"/>
            <ac:spMk id="29" creationId="{3678730B-81D2-440C-B98C-1BC45E0836B5}"/>
          </ac:spMkLst>
        </pc:spChg>
      </pc:sldChg>
      <pc:sldMasterChg chg="del delSldLayout">
        <pc:chgData name="Dekker, Lucan den (251285)" userId="1d732119-8d80-4191-822c-0ac4f60f3b13" providerId="ADAL" clId="{C2F9B174-B582-4370-A158-424FA0A0E46D}" dt="2026-05-11T09:07:14.090" v="1"/>
        <pc:sldMasterMkLst>
          <pc:docMk/>
          <pc:sldMasterMk cId="934440607" sldId="2147483660"/>
        </pc:sldMasterMkLst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254203168" sldId="2147483661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695877583" sldId="2147483662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741528333" sldId="2147483663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894632328" sldId="2147483664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288573280" sldId="2147483665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468726581" sldId="2147483666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715686604" sldId="2147483667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3215957383" sldId="2147483668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547717652" sldId="2147483669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1779160623" sldId="2147483670"/>
          </pc:sldLayoutMkLst>
        </pc:sldLayoutChg>
        <pc:sldLayoutChg chg="del">
          <pc:chgData name="Dekker, Lucan den (251285)" userId="1d732119-8d80-4191-822c-0ac4f60f3b13" providerId="ADAL" clId="{C2F9B174-B582-4370-A158-424FA0A0E46D}" dt="2026-05-11T09:07:14.090" v="1"/>
          <pc:sldLayoutMkLst>
            <pc:docMk/>
            <pc:sldMasterMk cId="934440607" sldId="2147483660"/>
            <pc:sldLayoutMk cId="283076332" sldId="2147483671"/>
          </pc:sldLayoutMkLst>
        </pc:sldLayoutChg>
      </pc:sldMasterChg>
      <pc:sldMasterChg chg="add addSldLayout">
        <pc:chgData name="Dekker, Lucan den (251285)" userId="1d732119-8d80-4191-822c-0ac4f60f3b13" providerId="ADAL" clId="{C2F9B174-B582-4370-A158-424FA0A0E46D}" dt="2026-05-11T09:07:14.070" v="0"/>
        <pc:sldMasterMkLst>
          <pc:docMk/>
          <pc:sldMasterMk cId="934440607" sldId="2147483672"/>
        </pc:sldMasterMkLst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254203168" sldId="2147483673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695877583" sldId="2147483674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741528333" sldId="2147483675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894632328" sldId="2147483676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288573280" sldId="2147483677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468726581" sldId="2147483678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715686604" sldId="2147483679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3215957383" sldId="2147483680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547717652" sldId="2147483681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1779160623" sldId="2147483682"/>
          </pc:sldLayoutMkLst>
        </pc:sldLayoutChg>
        <pc:sldLayoutChg chg="add">
          <pc:chgData name="Dekker, Lucan den (251285)" userId="1d732119-8d80-4191-822c-0ac4f60f3b13" providerId="ADAL" clId="{C2F9B174-B582-4370-A158-424FA0A0E46D}" dt="2026-05-11T09:07:14.070" v="0"/>
          <pc:sldLayoutMkLst>
            <pc:docMk/>
            <pc:sldMasterMk cId="934440607" sldId="2147483672"/>
            <pc:sldLayoutMk cId="283076332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A3B2-6DF7-056C-D770-8183C9930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371B8-1C7B-A44F-A407-992093D03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582F5-7A73-4C83-6063-176D866D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3C5F7-447E-3230-2444-3DB7AD50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EA10-BF39-0445-5C96-84BA7D00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420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1445-2F05-76AD-7E19-A92B2383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AD198-F487-F519-CAD3-F0E2D9A3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6E11A-ED53-EE50-E653-FFD1B69C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C924-0A3A-B296-2697-534044A5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13D1-5113-7348-8326-EE6F94AE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587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CD-8D9E-3FB5-B4FC-0051BFBB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1459C-645A-F8CA-AD28-6B325E78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CFE5-9CB1-C499-3BE0-C11ACA10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4E36-78A6-F4EC-CE0B-BBB2092C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59AD8-21BE-F6AF-3F84-D80B0038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15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6560-CF47-65F7-4B77-D8EEFF18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CDD3-468F-0362-DD9A-DC6A4A0A1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5B7D7-39F1-8588-61F5-C819814D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53FA0-4723-9BC7-55BD-E853EC63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71B82-A32A-DC6D-6C18-AFA0D73D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57CA5-E532-77DA-8581-467C191A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63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7A98-655D-98DD-F210-55245AB7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1E7A-2F92-802C-EA30-340C592C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B66C-EC44-0616-529C-B99CD40E6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AA5FF-D8CE-0589-9CE3-C8A5929E5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9BF8-5FC5-423F-FB04-1EF877BE3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D9563-CCFF-22D7-02E1-9DD82FF5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9B4A1-D4E1-3AB3-C761-E028FB28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C6FCF-76E1-6F28-3FD1-C4571105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57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B845-9B65-74C9-CEAC-451D6E50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A6251-BF55-47B1-CE42-6C71A994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FD21C-3890-B159-50E2-DCF79A06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E9E0-9AD4-8A0F-A6EC-481F2B28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872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D8855-2565-4F06-CFCB-5E80F82A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9294C-A18F-D360-8E06-3ACC2713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B880-44DD-22F6-998F-528972B7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568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80D8-5982-9D0D-265B-B205F726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A40A-F76F-7503-A4E0-E0D3A4E04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D8C48-9C62-12DD-92BD-5761D5828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64098-6C4F-1E9D-02A3-18BD384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CAB2-764D-3034-31ED-9E6552D4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68215-D3C3-C4E7-41F7-C1B7D21C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95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352E-60FD-DDEB-0FB2-6C8EADD3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53C44-3164-281C-A002-6ADAB17A2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A1826-A9A4-AFC2-36E4-53C9B4DED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D4783-D68F-21A0-FCC8-DC292D9D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430BB-ED47-FF03-363C-7EEC12EC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9559-32F6-2384-DE1C-429CA9DC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771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1150-A37E-8584-7830-BDFCC9DA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D5849-D255-9B77-7500-1389DFF9A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21C10-DDE7-1B41-3EE1-663E9FCA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E137-6048-ED76-2A4D-034A1D2D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579F7-967F-9BFD-981C-3E337AAE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16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7A555-0A08-6E9E-FEE6-4E5E9838D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73A73-BB8D-3CA9-2643-FDAB9CF76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9024D-A12D-CB10-EDE8-D38AED629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BF51-89C1-8E47-28DF-E8FA9AC1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7E33-4762-D6AD-E188-D9353B05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7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C8901-8B0B-8C46-4D93-00EAE3F9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23D4-5D26-3897-460C-4E439E79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CCBD0-8B1C-13A4-4F74-A70D22901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FA81D-EB18-47CD-8A7D-A251B1003363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998A-6869-E59C-29A8-66941E480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CDCE-66B5-4C26-2DE4-1E4592DA5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B8624-76C5-4D4D-B63C-0B402DCF765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444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3252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3252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3252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2528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484E-39E2-E56D-8034-7147B21C7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286000"/>
            <a:ext cx="5969000" cy="228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1A1A2E"/>
                </a:solidFill>
                <a:latin typeface="Montserrat"/>
              </a:rPr>
              <a:t>Day to day stock</a:t>
            </a:r>
          </a:p>
          <a:p>
            <a:pPr algn="l">
              <a:buNone/>
            </a:pPr>
            <a:r>
              <a:rPr lang="en-US" sz="4000" b="1" dirty="0">
                <a:solidFill>
                  <a:srgbClr val="2A2A72"/>
                </a:solidFill>
                <a:latin typeface="Montserrat"/>
              </a:rPr>
              <a:t>price predictor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4D6BA1-64C8-4F73-A761-A7E47921B0B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2BB5-994A-4A82-B221-3434983FB4EC}"/>
              </a:ext>
            </a:extLst>
          </p:cNvPr>
          <p:cNvSpPr txBox="1"/>
          <p:nvPr/>
        </p:nvSpPr>
        <p:spPr>
          <a:xfrm>
            <a:off x="762000" y="762000"/>
            <a:ext cx="635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MACHINE LEARNING · QUANTITATIVE 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6A9D7-8AC6-43F5-BC94-822D54E74E5D}"/>
              </a:ext>
            </a:extLst>
          </p:cNvPr>
          <p:cNvSpPr txBox="1"/>
          <p:nvPr/>
        </p:nvSpPr>
        <p:spPr>
          <a:xfrm>
            <a:off x="762000" y="4572000"/>
            <a:ext cx="584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232528"/>
                </a:solidFill>
                <a:latin typeface="Montserrat"/>
              </a:rPr>
              <a:t>A next-day directional prediction tool powered by exogenous market signals and explainable AI.</a:t>
            </a:r>
            <a:endParaRPr lang="nl-NL" sz="1600">
              <a:solidFill>
                <a:srgbClr val="232528"/>
              </a:solidFill>
              <a:latin typeface="Montserra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A6D6F1-90A0-483F-B635-6B09E05C38DD}"/>
              </a:ext>
            </a:extLst>
          </p:cNvPr>
          <p:cNvSpPr/>
          <p:nvPr/>
        </p:nvSpPr>
        <p:spPr>
          <a:xfrm>
            <a:off x="899160" y="56515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A2D22C-9C8F-4DFD-BB83-E3B74DF6F575}"/>
              </a:ext>
            </a:extLst>
          </p:cNvPr>
          <p:cNvSpPr txBox="1"/>
          <p:nvPr/>
        </p:nvSpPr>
        <p:spPr>
          <a:xfrm>
            <a:off x="762000" y="5842000"/>
            <a:ext cx="5842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6B6B70"/>
                </a:solidFill>
                <a:latin typeface="Montserrat"/>
              </a:rPr>
              <a:t>Group Project Proposal  ·  Binary Classification  ·  Interactive Dashboard</a:t>
            </a:r>
            <a:endParaRPr lang="nl-NL" sz="1200">
              <a:solidFill>
                <a:srgbClr val="6B6B70"/>
              </a:solidFill>
              <a:latin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1B272-FC52-5D44-B734-82CFD2BDF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7" t="-6491" r="13705" b="6491"/>
          <a:stretch>
            <a:fillRect/>
          </a:stretch>
        </p:blipFill>
        <p:spPr>
          <a:xfrm>
            <a:off x="8104204" y="-945121"/>
            <a:ext cx="4087796" cy="87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0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F86FF8-1CC3-42EA-96D7-435DB89E327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32973-80A3-4C13-8E5D-23CA74C42EFB}"/>
              </a:ext>
            </a:extLst>
          </p:cNvPr>
          <p:cNvSpPr txBox="1"/>
          <p:nvPr/>
        </p:nvSpPr>
        <p:spPr>
          <a:xfrm>
            <a:off x="10414000" y="508000"/>
            <a:ext cx="127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>
              <a:buNone/>
            </a:pPr>
            <a:r>
              <a:rPr lang="en-US" sz="3600" b="1" dirty="0">
                <a:solidFill>
                  <a:srgbClr val="DBD56E"/>
                </a:solidFill>
                <a:latin typeface="Montserrat"/>
              </a:rPr>
              <a:t>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954B9-FFFA-475D-BDC1-4D938FC64116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100" b="1" dirty="0">
                <a:solidFill>
                  <a:srgbClr val="009FFD"/>
                </a:solidFill>
                <a:latin typeface="Montserrat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A888D-3F23-4B1C-B44E-B26DAA78178C}"/>
              </a:ext>
            </a:extLst>
          </p:cNvPr>
          <p:cNvSpPr txBox="1"/>
          <p:nvPr/>
        </p:nvSpPr>
        <p:spPr>
          <a:xfrm>
            <a:off x="762000" y="11430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A1A2E"/>
                </a:solidFill>
                <a:latin typeface="Montserrat"/>
              </a:rPr>
              <a:t>Contents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DD6F4-FEEF-48EA-8272-6D182FF8428D}"/>
              </a:ext>
            </a:extLst>
          </p:cNvPr>
          <p:cNvSpPr/>
          <p:nvPr/>
        </p:nvSpPr>
        <p:spPr>
          <a:xfrm>
            <a:off x="762000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C8086-C7E1-42AB-AC16-E33AB14C34E7}"/>
              </a:ext>
            </a:extLst>
          </p:cNvPr>
          <p:cNvSpPr txBox="1"/>
          <p:nvPr/>
        </p:nvSpPr>
        <p:spPr>
          <a:xfrm>
            <a:off x="762000" y="2349500"/>
            <a:ext cx="10668000" cy="35832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01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Introduction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What we are building &amp; why it matters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02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Problem Statement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The challenge and our project goals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03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Data Description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Sources, quality &amp; pre-processing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04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Methodology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Collection, model, evaluation, deployment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05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Project Timeline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Weekly phases from week 4 to 8</a:t>
            </a:r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DBD56E"/>
                </a:solidFill>
                <a:latin typeface="Montserrat"/>
              </a:rPr>
              <a:t>06  </a:t>
            </a:r>
            <a:r>
              <a:rPr lang="en-US" sz="1800" b="1" dirty="0">
                <a:solidFill>
                  <a:srgbClr val="1A1A2E"/>
                </a:solidFill>
                <a:latin typeface="Montserrat"/>
              </a:rPr>
              <a:t>Team Contributions</a:t>
            </a:r>
          </a:p>
          <a:p>
            <a:pPr marL="0" indent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Montserrat"/>
              </a:rPr>
              <a:t>Task ownership across the team</a:t>
            </a:r>
          </a:p>
        </p:txBody>
      </p:sp>
    </p:spTree>
    <p:extLst>
      <p:ext uri="{BB962C8B-B14F-4D97-AF65-F5344CB8AC3E}">
        <p14:creationId xmlns:p14="http://schemas.microsoft.com/office/powerpoint/2010/main" val="150737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FDA1B5-A1AB-4B0C-B893-9F3A9D90CF24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8949E-94DB-49FF-8B3C-143A8FDC442B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4C117-0AD3-42FA-BB97-3C9C318C6224}"/>
              </a:ext>
            </a:extLst>
          </p:cNvPr>
          <p:cNvSpPr txBox="1"/>
          <p:nvPr/>
        </p:nvSpPr>
        <p:spPr>
          <a:xfrm>
            <a:off x="819751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 err="1">
                <a:solidFill>
                  <a:srgbClr val="1A1A2E"/>
                </a:solidFill>
                <a:latin typeface="Montserrat"/>
              </a:rPr>
              <a:t>Problem</a:t>
            </a:r>
            <a:r>
              <a:rPr lang="nl-NL" sz="3600" b="1" dirty="0">
                <a:solidFill>
                  <a:srgbClr val="1A1A2E"/>
                </a:solidFill>
                <a:latin typeface="Montserrat"/>
              </a:rPr>
              <a:t>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8A4C2-F0D1-471A-AC12-3F6BFDA20D48}"/>
              </a:ext>
            </a:extLst>
          </p:cNvPr>
          <p:cNvSpPr/>
          <p:nvPr/>
        </p:nvSpPr>
        <p:spPr>
          <a:xfrm>
            <a:off x="848625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A12B0-2819-4683-BE55-87E5DF20D27D}"/>
              </a:ext>
            </a:extLst>
          </p:cNvPr>
          <p:cNvSpPr txBox="1"/>
          <p:nvPr/>
        </p:nvSpPr>
        <p:spPr>
          <a:xfrm>
            <a:off x="762000" y="2349500"/>
            <a:ext cx="4907280" cy="37850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rgbClr val="232528"/>
                </a:solidFill>
              </a:rPr>
              <a:t>Short-term price forecasting is one of the hardest problems in quantitative finance yet even small accuracy gains translate directly into better decisions, lower risk, and stronger returns.</a:t>
            </a:r>
          </a:p>
          <a:p>
            <a:pPr marL="0" indent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A2A72"/>
                </a:solidFill>
              </a:rPr>
              <a:t>Project goals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US" sz="1500" dirty="0">
                <a:solidFill>
                  <a:srgbClr val="232528"/>
                </a:solidFill>
              </a:rPr>
              <a:t>Develop an ML model that forecasts the next-day direction of MSFT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US" sz="1500" dirty="0">
                <a:solidFill>
                  <a:srgbClr val="232528"/>
                </a:solidFill>
              </a:rPr>
              <a:t>Combine historical price features with external market signals to improve accuracy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US" sz="1500" dirty="0">
                <a:solidFill>
                  <a:srgbClr val="232528"/>
                </a:solidFill>
              </a:rPr>
              <a:t>Evaluate performance with appropriate financial forecasting metrics</a:t>
            </a:r>
          </a:p>
          <a:p>
            <a:pPr marL="228600" indent="-228600">
              <a:lnSpc>
                <a:spcPts val="1900"/>
              </a:lnSpc>
              <a:spcAft>
                <a:spcPts val="180"/>
              </a:spcAft>
              <a:buFont typeface="Arial"/>
              <a:buChar char="•"/>
            </a:pPr>
            <a:r>
              <a:rPr lang="en-US" sz="1500" dirty="0">
                <a:solidFill>
                  <a:srgbClr val="232528"/>
                </a:solidFill>
              </a:rPr>
              <a:t>Present predictions through an interactive dashboard for technical and non-technical users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BBCBB2-72D5-CAAA-B35E-2BA51831D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/>
          <a:stretch>
            <a:fillRect/>
          </a:stretch>
        </p:blipFill>
        <p:spPr>
          <a:xfrm>
            <a:off x="6708808" y="0"/>
            <a:ext cx="602220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FC3D9-1FAC-4BB1-A694-069E3044E92F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DBD56E"/>
                </a:solidFill>
                <a:latin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7143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6403B-BAB2-4F0B-8628-2C7D284E65A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9864A-C56A-4DFB-A84A-C96853B8F108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DBD56E"/>
                </a:solidFill>
                <a:latin typeface="Montserrat"/>
              </a:rPr>
              <a:t>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A597C-D7BC-4426-B7A7-635C387D7F9B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F553B-89AC-4BD5-92E7-7EDC945CDB4D}"/>
              </a:ext>
            </a:extLst>
          </p:cNvPr>
          <p:cNvSpPr txBox="1"/>
          <p:nvPr/>
        </p:nvSpPr>
        <p:spPr>
          <a:xfrm>
            <a:off x="762000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1A1A2E"/>
                </a:solidFill>
                <a:latin typeface="Montserrat"/>
              </a:rPr>
              <a:t>Project Timeline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2C8E4-C75F-4484-AD70-BC7353964077}"/>
              </a:ext>
            </a:extLst>
          </p:cNvPr>
          <p:cNvSpPr/>
          <p:nvPr/>
        </p:nvSpPr>
        <p:spPr>
          <a:xfrm>
            <a:off x="762000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439C03-E2B0-4387-B23E-15E45370A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97565"/>
              </p:ext>
            </p:extLst>
          </p:nvPr>
        </p:nvGraphicFramePr>
        <p:xfrm>
          <a:off x="762000" y="2476500"/>
          <a:ext cx="10858500" cy="307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0397586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3260012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12309107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55384904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20314278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Week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Key tasks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200" b="1">
                          <a:solidFill>
                            <a:srgbClr val="FFFFFF"/>
                          </a:solidFill>
                          <a:latin typeface="Montserrat"/>
                        </a:rPr>
                        <a:t>Deadline</a:t>
                      </a:r>
                    </a:p>
                  </a:txBody>
                  <a:tcPr anchor="ctr">
                    <a:solidFill>
                      <a:srgbClr val="2A2A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0607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Architecture &amp;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ML modelling, app architecture,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Proposal, model notebook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Tue — proposal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957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Data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Data pipeline, DB setup, dashboard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Pipeline, DB scripts,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retro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532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Containerisation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Docker, design report, legal compliance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Docker files, design + legal report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design report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7174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Integration &amp;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Unit tests (80%), dashboard, fine-tuning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Tested app, coverage, README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Fri — retro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22069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nl-NL" sz="1000" b="1">
                          <a:solidFill>
                            <a:srgbClr val="2A2A72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Finalise &amp; present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Final presentation, peer feedback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Live demo, all deliverables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000" b="0">
                          <a:solidFill>
                            <a:srgbClr val="232528"/>
                          </a:solidFill>
                          <a:latin typeface="Montserrat"/>
                        </a:rPr>
                        <a:t>Thu — final pres.</a:t>
                      </a:r>
                    </a:p>
                  </a:txBody>
                  <a:tcPr anchor="ctr">
                    <a:solidFill>
                      <a:srgbClr val="F8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595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89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0480C2-0B6B-4D7D-A469-CDB2CEC75D5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890F6-4BFD-4119-90C5-E599D160C1A9}"/>
              </a:ext>
            </a:extLst>
          </p:cNvPr>
          <p:cNvSpPr txBox="1"/>
          <p:nvPr/>
        </p:nvSpPr>
        <p:spPr>
          <a:xfrm>
            <a:off x="10414000" y="508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>
                <a:solidFill>
                  <a:srgbClr val="DBD56E"/>
                </a:solidFill>
                <a:latin typeface="Montserrat"/>
              </a:rPr>
              <a:t>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912CD-88BF-4C23-A1C2-83F5D74FFF25}"/>
              </a:ext>
            </a:extLst>
          </p:cNvPr>
          <p:cNvSpPr txBox="1"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100" b="1">
                <a:solidFill>
                  <a:srgbClr val="009FFD"/>
                </a:solidFill>
                <a:latin typeface="Montserrat"/>
              </a:rPr>
              <a:t>SECTION 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9726D-9132-4F3E-8711-8E52208A5D27}"/>
              </a:ext>
            </a:extLst>
          </p:cNvPr>
          <p:cNvSpPr txBox="1"/>
          <p:nvPr/>
        </p:nvSpPr>
        <p:spPr>
          <a:xfrm>
            <a:off x="762000" y="1143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3600" b="1" dirty="0">
                <a:solidFill>
                  <a:srgbClr val="1A1A2E"/>
                </a:solidFill>
                <a:latin typeface="Montserrat"/>
              </a:rPr>
              <a:t>Team </a:t>
            </a:r>
            <a:r>
              <a:rPr lang="nl-NL" sz="3600" b="1" dirty="0" err="1">
                <a:solidFill>
                  <a:srgbClr val="1A1A2E"/>
                </a:solidFill>
                <a:latin typeface="Montserrat"/>
              </a:rPr>
              <a:t>Contributions</a:t>
            </a:r>
            <a:endParaRPr lang="nl-NL" sz="3600" b="1" dirty="0">
              <a:solidFill>
                <a:srgbClr val="1A1A2E"/>
              </a:solidFill>
              <a:latin typeface="Montserra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FE56C-56A1-454C-9DE7-89F52C664B72}"/>
              </a:ext>
            </a:extLst>
          </p:cNvPr>
          <p:cNvSpPr/>
          <p:nvPr/>
        </p:nvSpPr>
        <p:spPr>
          <a:xfrm>
            <a:off x="829375" y="2032000"/>
            <a:ext cx="762000" cy="38100"/>
          </a:xfrm>
          <a:prstGeom prst="rect">
            <a:avLst/>
          </a:prstGeom>
          <a:solidFill>
            <a:srgbClr val="DBD5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D5EE62-5BB7-4E7D-A734-694054030120}"/>
              </a:ext>
            </a:extLst>
          </p:cNvPr>
          <p:cNvSpPr/>
          <p:nvPr/>
        </p:nvSpPr>
        <p:spPr>
          <a:xfrm>
            <a:off x="762000" y="24765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C8DAF-3997-46F9-8C64-872DA6064AF7}"/>
              </a:ext>
            </a:extLst>
          </p:cNvPr>
          <p:cNvSpPr/>
          <p:nvPr/>
        </p:nvSpPr>
        <p:spPr>
          <a:xfrm>
            <a:off x="762000" y="2476500"/>
            <a:ext cx="63500" cy="15875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2B746-0B35-43F3-82AA-B67D3C98EE01}"/>
              </a:ext>
            </a:extLst>
          </p:cNvPr>
          <p:cNvSpPr txBox="1"/>
          <p:nvPr/>
        </p:nvSpPr>
        <p:spPr>
          <a:xfrm>
            <a:off x="990600" y="26543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Lucan den Dekker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D8D8C-92B9-421C-8934-709B880A9C2D}"/>
              </a:ext>
            </a:extLst>
          </p:cNvPr>
          <p:cNvSpPr txBox="1"/>
          <p:nvPr/>
        </p:nvSpPr>
        <p:spPr>
          <a:xfrm>
            <a:off x="990600" y="29591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2A2A72"/>
                </a:solidFill>
                <a:latin typeface="Montserrat"/>
              </a:rPr>
              <a:t>APP DESIGN &amp; DEVELOPMENT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D9FDB-A3CF-4873-AF4D-76A47A8038CE}"/>
              </a:ext>
            </a:extLst>
          </p:cNvPr>
          <p:cNvSpPr txBox="1"/>
          <p:nvPr/>
        </p:nvSpPr>
        <p:spPr>
          <a:xfrm>
            <a:off x="990600" y="32131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200">
                <a:solidFill>
                  <a:srgbClr val="232528"/>
                </a:solidFill>
                <a:latin typeface="Montserrat"/>
              </a:rPr>
              <a:t>•  Application design document
•  Application development</a:t>
            </a:r>
            <a:endParaRPr lang="nl-NL" sz="1200">
              <a:solidFill>
                <a:srgbClr val="232528"/>
              </a:solidFill>
              <a:latin typeface="Montserra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C12033-957C-4E78-99A2-83E05216A357}"/>
              </a:ext>
            </a:extLst>
          </p:cNvPr>
          <p:cNvSpPr/>
          <p:nvPr/>
        </p:nvSpPr>
        <p:spPr>
          <a:xfrm>
            <a:off x="6223000" y="24765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9D6819-0883-4458-843C-03B32529D8A3}"/>
              </a:ext>
            </a:extLst>
          </p:cNvPr>
          <p:cNvSpPr/>
          <p:nvPr/>
        </p:nvSpPr>
        <p:spPr>
          <a:xfrm>
            <a:off x="6223000" y="2476500"/>
            <a:ext cx="63500" cy="1587500"/>
          </a:xfrm>
          <a:prstGeom prst="rect">
            <a:avLst/>
          </a:prstGeom>
          <a:solidFill>
            <a:srgbClr val="009F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24291-F7DA-4F32-BDB6-99B330A4D746}"/>
              </a:ext>
            </a:extLst>
          </p:cNvPr>
          <p:cNvSpPr txBox="1"/>
          <p:nvPr/>
        </p:nvSpPr>
        <p:spPr>
          <a:xfrm>
            <a:off x="6451600" y="26543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Qusai Al Qusaily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23123-5A64-41FF-BDA5-1733858AF958}"/>
              </a:ext>
            </a:extLst>
          </p:cNvPr>
          <p:cNvSpPr txBox="1"/>
          <p:nvPr/>
        </p:nvSpPr>
        <p:spPr>
          <a:xfrm>
            <a:off x="6451600" y="29591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009FFD"/>
                </a:solidFill>
                <a:latin typeface="Montserrat"/>
              </a:rPr>
              <a:t>DATABASE LEAD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7BBF8B-9B14-4078-8381-C67FA306A0DB}"/>
              </a:ext>
            </a:extLst>
          </p:cNvPr>
          <p:cNvSpPr txBox="1"/>
          <p:nvPr/>
        </p:nvSpPr>
        <p:spPr>
          <a:xfrm>
            <a:off x="6451600" y="32131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Database management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D37D9-B79D-4340-9BAF-8B94C1F9FC98}"/>
              </a:ext>
            </a:extLst>
          </p:cNvPr>
          <p:cNvSpPr/>
          <p:nvPr/>
        </p:nvSpPr>
        <p:spPr>
          <a:xfrm>
            <a:off x="762000" y="42164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2B4EEE-5E65-4B03-AAEB-B2F512A81BAB}"/>
              </a:ext>
            </a:extLst>
          </p:cNvPr>
          <p:cNvSpPr/>
          <p:nvPr/>
        </p:nvSpPr>
        <p:spPr>
          <a:xfrm>
            <a:off x="762000" y="4216400"/>
            <a:ext cx="63500" cy="1587500"/>
          </a:xfrm>
          <a:prstGeom prst="rect">
            <a:avLst/>
          </a:prstGeom>
          <a:solidFill>
            <a:srgbClr val="0B8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4E153-9884-4104-8071-5143C07306E9}"/>
              </a:ext>
            </a:extLst>
          </p:cNvPr>
          <p:cNvSpPr txBox="1"/>
          <p:nvPr/>
        </p:nvSpPr>
        <p:spPr>
          <a:xfrm>
            <a:off x="990600" y="43942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Timur Kambarov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72AE4E-A605-4EE5-85F5-7B9C61E67F46}"/>
              </a:ext>
            </a:extLst>
          </p:cNvPr>
          <p:cNvSpPr txBox="1"/>
          <p:nvPr/>
        </p:nvSpPr>
        <p:spPr>
          <a:xfrm>
            <a:off x="990600" y="46990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0B8FB0"/>
                </a:solidFill>
                <a:latin typeface="Montserrat"/>
              </a:rPr>
              <a:t>DATA ENGINEERING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840896-F106-4F01-BD29-8FB3C8806135}"/>
              </a:ext>
            </a:extLst>
          </p:cNvPr>
          <p:cNvSpPr txBox="1"/>
          <p:nvPr/>
        </p:nvSpPr>
        <p:spPr>
          <a:xfrm>
            <a:off x="990600" y="49530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Data processing pipelines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F9E9C9-01AB-4721-B5BE-38FC532DF05F}"/>
              </a:ext>
            </a:extLst>
          </p:cNvPr>
          <p:cNvSpPr/>
          <p:nvPr/>
        </p:nvSpPr>
        <p:spPr>
          <a:xfrm>
            <a:off x="6223000" y="4216400"/>
            <a:ext cx="51435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B26A8-C498-4E7D-9CA2-9E606F2F670F}"/>
              </a:ext>
            </a:extLst>
          </p:cNvPr>
          <p:cNvSpPr/>
          <p:nvPr/>
        </p:nvSpPr>
        <p:spPr>
          <a:xfrm>
            <a:off x="6223000" y="4216400"/>
            <a:ext cx="63500" cy="1587500"/>
          </a:xfrm>
          <a:prstGeom prst="rect">
            <a:avLst/>
          </a:prstGeom>
          <a:solidFill>
            <a:srgbClr val="2325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2CAE66-F63A-4224-A5F7-2433C32CBF36}"/>
              </a:ext>
            </a:extLst>
          </p:cNvPr>
          <p:cNvSpPr txBox="1"/>
          <p:nvPr/>
        </p:nvSpPr>
        <p:spPr>
          <a:xfrm>
            <a:off x="6451600" y="4394200"/>
            <a:ext cx="4762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500" b="1">
                <a:solidFill>
                  <a:srgbClr val="1A1A2E"/>
                </a:solidFill>
                <a:latin typeface="Montserrat"/>
              </a:rPr>
              <a:t>Gádor &amp; Gergely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37C7BA-0F83-4D98-9540-192BD1DE38D4}"/>
              </a:ext>
            </a:extLst>
          </p:cNvPr>
          <p:cNvSpPr txBox="1"/>
          <p:nvPr/>
        </p:nvSpPr>
        <p:spPr>
          <a:xfrm>
            <a:off x="6451600" y="4699000"/>
            <a:ext cx="476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232528"/>
                </a:solidFill>
                <a:latin typeface="Montserrat"/>
              </a:rPr>
              <a:t>COMPLIANCE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39C8E-0FE7-4BCD-8D54-6EE9DA12A25A}"/>
              </a:ext>
            </a:extLst>
          </p:cNvPr>
          <p:cNvSpPr txBox="1"/>
          <p:nvPr/>
        </p:nvSpPr>
        <p:spPr>
          <a:xfrm>
            <a:off x="6451600" y="4953000"/>
            <a:ext cx="47625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232528"/>
                </a:solidFill>
                <a:latin typeface="Montserrat"/>
              </a:rPr>
              <a:t>•  Legal compliance report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862EF4-9F3E-48A4-8629-9669DEE5EAEF}"/>
              </a:ext>
            </a:extLst>
          </p:cNvPr>
          <p:cNvSpPr/>
          <p:nvPr/>
        </p:nvSpPr>
        <p:spPr>
          <a:xfrm>
            <a:off x="762000" y="5956300"/>
            <a:ext cx="10604500" cy="889000"/>
          </a:xfrm>
          <a:prstGeom prst="rect">
            <a:avLst/>
          </a:prstGeom>
          <a:solidFill>
            <a:srgbClr val="2A2A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C26D7-E57E-48AA-9BAA-68ADD5F4341C}"/>
              </a:ext>
            </a:extLst>
          </p:cNvPr>
          <p:cNvSpPr txBox="1"/>
          <p:nvPr/>
        </p:nvSpPr>
        <p:spPr>
          <a:xfrm>
            <a:off x="990600" y="61087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000" b="1">
                <a:solidFill>
                  <a:srgbClr val="DBD56E"/>
                </a:solidFill>
                <a:latin typeface="Montserrat"/>
              </a:rPr>
              <a:t>SHARED BY ALL MEMBERS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78730B-81D2-440C-B98C-1BC45E0836B5}"/>
              </a:ext>
            </a:extLst>
          </p:cNvPr>
          <p:cNvSpPr txBox="1"/>
          <p:nvPr/>
        </p:nvSpPr>
        <p:spPr>
          <a:xfrm>
            <a:off x="990600" y="63373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NL" sz="1200">
                <a:solidFill>
                  <a:srgbClr val="FFFFFF"/>
                </a:solidFill>
                <a:latin typeface="Montserrat"/>
              </a:rPr>
              <a:t>Project proposal  •  ML model development  •  Modular code  •  Unit testing &amp; documentation  • 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8730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490433431]">
  <a:themeElements>
    <a:clrScheme name="Office">
      <a:dk1>
        <a:srgbClr val="1A1A2E"/>
      </a:dk1>
      <a:lt1>
        <a:srgbClr val="F5F5F7"/>
      </a:lt1>
      <a:dk2>
        <a:srgbClr val="232528"/>
      </a:dk2>
      <a:lt2>
        <a:srgbClr val="E8E8EC"/>
      </a:lt2>
      <a:accent1>
        <a:srgbClr val="2A2A72"/>
      </a:accent1>
      <a:accent2>
        <a:srgbClr val="009FFD"/>
      </a:accent2>
      <a:accent3>
        <a:srgbClr val="DBD56E"/>
      </a:accent3>
      <a:accent4>
        <a:srgbClr val="232528"/>
      </a:accent4>
      <a:accent5>
        <a:srgbClr val="6B6BCB"/>
      </a:accent5>
      <a:accent6>
        <a:srgbClr val="4DC4FF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83CE96-87FE-4227-A21B-23859F3D5BC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444b6d-4992-4898-8215-7806ae01d1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342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Montserrat</vt:lpstr>
      <vt:lpstr>Office Theme [1778490433431]</vt:lpstr>
      <vt:lpstr>Day to day stock price predictor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Dekker, Lucan den (251285)</dc:creator>
  <cp:lastModifiedBy>Dekker, Lucan den (251285)</cp:lastModifiedBy>
  <cp:revision>2</cp:revision>
  <dcterms:created xsi:type="dcterms:W3CDTF">2026-05-11T08:44:56Z</dcterms:created>
  <dcterms:modified xsi:type="dcterms:W3CDTF">2026-05-11T09:55:55Z</dcterms:modified>
</cp:coreProperties>
</file>